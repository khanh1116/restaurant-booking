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0"/>
  </p:notesMasterIdLst>
  <p:sldIdLst>
    <p:sldId id="256" r:id="rId4"/>
    <p:sldId id="260" r:id="rId5"/>
    <p:sldId id="267" r:id="rId6"/>
    <p:sldId id="269" r:id="rId7"/>
    <p:sldId id="276" r:id="rId8"/>
    <p:sldId id="268" r:id="rId9"/>
    <p:sldId id="277" r:id="rId10"/>
    <p:sldId id="270" r:id="rId11"/>
    <p:sldId id="271" r:id="rId12"/>
    <p:sldId id="280" r:id="rId13"/>
    <p:sldId id="281" r:id="rId14"/>
    <p:sldId id="272" r:id="rId15"/>
    <p:sldId id="28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image" Target="../media/image3.png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microsoft.com/office/2007/relationships/hdphoto" Target="../media/image2.wdp"/><Relationship Id="rId17" Type="http://schemas.openxmlformats.org/officeDocument/2006/relationships/image" Target="../media/image1.png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microsoft.com/office/2007/relationships/hdphoto" Target="../media/image5.wdp"/><Relationship Id="rId11" Type="http://schemas.openxmlformats.org/officeDocument/2006/relationships/image" Target="../media/image4.png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microsoft.com/office/2007/relationships/hdphoto" Target="../media/image2.wdp"/><Relationship Id="rId8" Type="http://schemas.openxmlformats.org/officeDocument/2006/relationships/image" Target="../media/image1.png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image" Target="../media/image6.png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 20"/>
          <p:cNvSpPr/>
          <p:nvPr userDrawn="1">
            <p:custDataLst>
              <p:tags r:id="rId3"/>
            </p:custDataLst>
          </p:nvPr>
        </p:nvSpPr>
        <p:spPr>
          <a:xfrm>
            <a:off x="279400" y="225425"/>
            <a:ext cx="11658600" cy="6407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矩形: 单圆角 8"/>
          <p:cNvSpPr/>
          <p:nvPr userDrawn="1">
            <p:custDataLst>
              <p:tags r:id="rId4"/>
            </p:custDataLst>
          </p:nvPr>
        </p:nvSpPr>
        <p:spPr>
          <a:xfrm>
            <a:off x="10782299" y="0"/>
            <a:ext cx="1409701" cy="68580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279400" y="225425"/>
            <a:ext cx="11658600" cy="640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 flipH="1">
            <a:off x="1277113" y="5884012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9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8512492" y="1101589"/>
            <a:ext cx="3239778" cy="3239778"/>
          </a:xfrm>
          <a:prstGeom prst="ellipse">
            <a:avLst/>
          </a:prstGeom>
          <a:gradFill>
            <a:gsLst>
              <a:gs pos="100000">
                <a:schemeClr val="accent1">
                  <a:alpha val="7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椭圆 14"/>
          <p:cNvSpPr/>
          <p:nvPr userDrawn="1">
            <p:custDataLst>
              <p:tags r:id="rId8"/>
            </p:custDataLst>
          </p:nvPr>
        </p:nvSpPr>
        <p:spPr>
          <a:xfrm>
            <a:off x="6915671" y="2408257"/>
            <a:ext cx="626441" cy="626441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70000"/>
                </a:schemeClr>
              </a:gs>
              <a:gs pos="33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1276985" y="1313815"/>
            <a:ext cx="6304915" cy="260731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1276985" y="4085590"/>
            <a:ext cx="5140325" cy="65278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rgbClr val="5F5F5F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1277113" y="637722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B2B2B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259652" y="4951191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pic>
        <p:nvPicPr>
          <p:cNvPr id="25" name="图片 24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38961" t="14119" r="52687" b="72877"/>
          <a:stretch>
            <a:fillRect/>
          </a:stretch>
        </p:blipFill>
        <p:spPr>
          <a:xfrm flipH="1">
            <a:off x="10778656" y="2304618"/>
            <a:ext cx="673100" cy="761934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64719" t="71327" r="23650" b="15199"/>
          <a:stretch>
            <a:fillRect/>
          </a:stretch>
        </p:blipFill>
        <p:spPr>
          <a:xfrm>
            <a:off x="7108139" y="2796054"/>
            <a:ext cx="790002" cy="665304"/>
          </a:xfrm>
          <a:custGeom>
            <a:avLst/>
            <a:gdLst>
              <a:gd name="connsiteX0" fmla="*/ 234115 w 790002"/>
              <a:gd name="connsiteY0" fmla="*/ 0 h 665304"/>
              <a:gd name="connsiteX1" fmla="*/ 339492 w 790002"/>
              <a:gd name="connsiteY1" fmla="*/ 0 h 665304"/>
              <a:gd name="connsiteX2" fmla="*/ 790002 w 790002"/>
              <a:gd name="connsiteY2" fmla="*/ 345391 h 665304"/>
              <a:gd name="connsiteX3" fmla="*/ 790002 w 790002"/>
              <a:gd name="connsiteY3" fmla="*/ 502571 h 665304"/>
              <a:gd name="connsiteX4" fmla="*/ 426565 w 790002"/>
              <a:gd name="connsiteY4" fmla="*/ 665304 h 665304"/>
              <a:gd name="connsiteX5" fmla="*/ 110821 w 790002"/>
              <a:gd name="connsiteY5" fmla="*/ 665304 h 665304"/>
              <a:gd name="connsiteX6" fmla="*/ 0 w 790002"/>
              <a:gd name="connsiteY6" fmla="*/ 543759 h 665304"/>
              <a:gd name="connsiteX7" fmla="*/ 0 w 790002"/>
              <a:gd name="connsiteY7" fmla="*/ 258759 h 6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002" h="665304">
                <a:moveTo>
                  <a:pt x="234115" y="0"/>
                </a:moveTo>
                <a:lnTo>
                  <a:pt x="339492" y="0"/>
                </a:lnTo>
                <a:lnTo>
                  <a:pt x="790002" y="345391"/>
                </a:lnTo>
                <a:lnTo>
                  <a:pt x="790002" y="502571"/>
                </a:lnTo>
                <a:lnTo>
                  <a:pt x="426565" y="665304"/>
                </a:lnTo>
                <a:lnTo>
                  <a:pt x="110821" y="665304"/>
                </a:lnTo>
                <a:lnTo>
                  <a:pt x="0" y="543759"/>
                </a:lnTo>
                <a:lnTo>
                  <a:pt x="0" y="258759"/>
                </a:lnTo>
                <a:close/>
              </a:path>
            </a:pathLst>
          </a:custGeom>
        </p:spPr>
      </p:pic>
      <p:pic>
        <p:nvPicPr>
          <p:cNvPr id="30" name="图片 29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19428" t="46114" r="76453" b="45859"/>
          <a:stretch>
            <a:fillRect/>
          </a:stretch>
        </p:blipFill>
        <p:spPr>
          <a:xfrm>
            <a:off x="10362327" y="4958994"/>
            <a:ext cx="331943" cy="470399"/>
          </a:xfrm>
          <a:prstGeom prst="rect">
            <a:avLst/>
          </a:prstGeom>
        </p:spPr>
      </p:pic>
      <p:sp>
        <p:nvSpPr>
          <p:cNvPr id="32" name="任意多边形: 形状 31"/>
          <p:cNvSpPr/>
          <p:nvPr userDrawn="1">
            <p:custDataLst>
              <p:tags r:id="rId21"/>
            </p:custDataLst>
          </p:nvPr>
        </p:nvSpPr>
        <p:spPr>
          <a:xfrm flipH="1">
            <a:off x="10403540" y="1808691"/>
            <a:ext cx="581460" cy="230294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3" t="17820" r="11674" b="13408"/>
          <a:stretch>
            <a:fillRect/>
          </a:stretch>
        </p:blipFill>
        <p:spPr>
          <a:xfrm flipH="1">
            <a:off x="6417588" y="1091020"/>
            <a:ext cx="5410199" cy="44063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+mn-lt"/>
                <a:cs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单圆角 4"/>
          <p:cNvSpPr/>
          <p:nvPr userDrawn="1">
            <p:custDataLst>
              <p:tags r:id="rId4"/>
            </p:custDataLst>
          </p:nvPr>
        </p:nvSpPr>
        <p:spPr>
          <a:xfrm flipH="1">
            <a:off x="0" y="0"/>
            <a:ext cx="1637836" cy="68580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200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 userDrawn="1">
            <p:custDataLst>
              <p:tags r:id="rId5"/>
            </p:custDataLst>
          </p:nvPr>
        </p:nvSpPr>
        <p:spPr>
          <a:xfrm>
            <a:off x="279400" y="225424"/>
            <a:ext cx="11658600" cy="6407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 userDrawn="1">
            <p:custDataLst>
              <p:tags r:id="rId6"/>
            </p:custDataLst>
          </p:nvPr>
        </p:nvSpPr>
        <p:spPr>
          <a:xfrm>
            <a:off x="279400" y="225424"/>
            <a:ext cx="11658600" cy="640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7"/>
            </p:custDataLst>
          </p:nvPr>
        </p:nvSpPr>
        <p:spPr>
          <a:xfrm rot="16200000">
            <a:off x="11057880" y="3426678"/>
            <a:ext cx="827928" cy="106242"/>
          </a:xfrm>
          <a:custGeom>
            <a:avLst/>
            <a:gdLst>
              <a:gd name="connsiteX0" fmla="*/ 774807 w 827928"/>
              <a:gd name="connsiteY0" fmla="*/ 0 h 106242"/>
              <a:gd name="connsiteX1" fmla="*/ 827928 w 827928"/>
              <a:gd name="connsiteY1" fmla="*/ 53121 h 106242"/>
              <a:gd name="connsiteX2" fmla="*/ 774807 w 827928"/>
              <a:gd name="connsiteY2" fmla="*/ 106242 h 106242"/>
              <a:gd name="connsiteX3" fmla="*/ 721686 w 827928"/>
              <a:gd name="connsiteY3" fmla="*/ 53121 h 106242"/>
              <a:gd name="connsiteX4" fmla="*/ 774807 w 827928"/>
              <a:gd name="connsiteY4" fmla="*/ 0 h 106242"/>
              <a:gd name="connsiteX5" fmla="*/ 534245 w 827928"/>
              <a:gd name="connsiteY5" fmla="*/ 0 h 106242"/>
              <a:gd name="connsiteX6" fmla="*/ 587366 w 827928"/>
              <a:gd name="connsiteY6" fmla="*/ 53121 h 106242"/>
              <a:gd name="connsiteX7" fmla="*/ 534245 w 827928"/>
              <a:gd name="connsiteY7" fmla="*/ 106242 h 106242"/>
              <a:gd name="connsiteX8" fmla="*/ 481124 w 827928"/>
              <a:gd name="connsiteY8" fmla="*/ 53121 h 106242"/>
              <a:gd name="connsiteX9" fmla="*/ 534245 w 827928"/>
              <a:gd name="connsiteY9" fmla="*/ 0 h 106242"/>
              <a:gd name="connsiteX10" fmla="*/ 293683 w 827928"/>
              <a:gd name="connsiteY10" fmla="*/ 0 h 106242"/>
              <a:gd name="connsiteX11" fmla="*/ 346804 w 827928"/>
              <a:gd name="connsiteY11" fmla="*/ 53121 h 106242"/>
              <a:gd name="connsiteX12" fmla="*/ 293683 w 827928"/>
              <a:gd name="connsiteY12" fmla="*/ 106242 h 106242"/>
              <a:gd name="connsiteX13" fmla="*/ 240562 w 827928"/>
              <a:gd name="connsiteY13" fmla="*/ 53121 h 106242"/>
              <a:gd name="connsiteX14" fmla="*/ 293683 w 827928"/>
              <a:gd name="connsiteY14" fmla="*/ 0 h 106242"/>
              <a:gd name="connsiteX15" fmla="*/ 53121 w 827928"/>
              <a:gd name="connsiteY15" fmla="*/ 0 h 106242"/>
              <a:gd name="connsiteX16" fmla="*/ 106242 w 827928"/>
              <a:gd name="connsiteY16" fmla="*/ 53121 h 106242"/>
              <a:gd name="connsiteX17" fmla="*/ 53121 w 827928"/>
              <a:gd name="connsiteY17" fmla="*/ 106242 h 106242"/>
              <a:gd name="connsiteX18" fmla="*/ 0 w 827928"/>
              <a:gd name="connsiteY18" fmla="*/ 53121 h 106242"/>
              <a:gd name="connsiteX19" fmla="*/ 53121 w 827928"/>
              <a:gd name="connsiteY19" fmla="*/ 0 h 10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27928" h="106242">
                <a:moveTo>
                  <a:pt x="774807" y="0"/>
                </a:moveTo>
                <a:cubicBezTo>
                  <a:pt x="804145" y="0"/>
                  <a:pt x="827928" y="23783"/>
                  <a:pt x="827928" y="53121"/>
                </a:cubicBezTo>
                <a:cubicBezTo>
                  <a:pt x="827928" y="82459"/>
                  <a:pt x="804145" y="106242"/>
                  <a:pt x="774807" y="106242"/>
                </a:cubicBezTo>
                <a:cubicBezTo>
                  <a:pt x="745469" y="106242"/>
                  <a:pt x="721686" y="82459"/>
                  <a:pt x="721686" y="53121"/>
                </a:cubicBezTo>
                <a:cubicBezTo>
                  <a:pt x="721686" y="23783"/>
                  <a:pt x="745469" y="0"/>
                  <a:pt x="774807" y="0"/>
                </a:cubicBezTo>
                <a:close/>
                <a:moveTo>
                  <a:pt x="534245" y="0"/>
                </a:moveTo>
                <a:cubicBezTo>
                  <a:pt x="563583" y="0"/>
                  <a:pt x="587366" y="23783"/>
                  <a:pt x="587366" y="53121"/>
                </a:cubicBezTo>
                <a:cubicBezTo>
                  <a:pt x="587366" y="82459"/>
                  <a:pt x="563583" y="106242"/>
                  <a:pt x="534245" y="106242"/>
                </a:cubicBezTo>
                <a:cubicBezTo>
                  <a:pt x="504907" y="106242"/>
                  <a:pt x="481124" y="82459"/>
                  <a:pt x="481124" y="53121"/>
                </a:cubicBezTo>
                <a:cubicBezTo>
                  <a:pt x="481124" y="23783"/>
                  <a:pt x="504907" y="0"/>
                  <a:pt x="534245" y="0"/>
                </a:cubicBezTo>
                <a:close/>
                <a:moveTo>
                  <a:pt x="293683" y="0"/>
                </a:moveTo>
                <a:cubicBezTo>
                  <a:pt x="323021" y="0"/>
                  <a:pt x="346804" y="23783"/>
                  <a:pt x="346804" y="53121"/>
                </a:cubicBezTo>
                <a:cubicBezTo>
                  <a:pt x="346804" y="82459"/>
                  <a:pt x="323021" y="106242"/>
                  <a:pt x="293683" y="106242"/>
                </a:cubicBezTo>
                <a:cubicBezTo>
                  <a:pt x="264345" y="106242"/>
                  <a:pt x="240562" y="82459"/>
                  <a:pt x="240562" y="53121"/>
                </a:cubicBezTo>
                <a:cubicBezTo>
                  <a:pt x="240562" y="23783"/>
                  <a:pt x="264345" y="0"/>
                  <a:pt x="293683" y="0"/>
                </a:cubicBezTo>
                <a:close/>
                <a:moveTo>
                  <a:pt x="53121" y="0"/>
                </a:moveTo>
                <a:cubicBezTo>
                  <a:pt x="82459" y="0"/>
                  <a:pt x="106242" y="23783"/>
                  <a:pt x="106242" y="53121"/>
                </a:cubicBezTo>
                <a:cubicBezTo>
                  <a:pt x="106242" y="82459"/>
                  <a:pt x="82459" y="106242"/>
                  <a:pt x="53121" y="106242"/>
                </a:cubicBezTo>
                <a:cubicBezTo>
                  <a:pt x="23783" y="106242"/>
                  <a:pt x="0" y="82459"/>
                  <a:pt x="0" y="53121"/>
                </a:cubicBezTo>
                <a:cubicBezTo>
                  <a:pt x="0" y="23783"/>
                  <a:pt x="23783" y="0"/>
                  <a:pt x="531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8"/>
            </p:custDataLst>
          </p:nvPr>
        </p:nvSpPr>
        <p:spPr>
          <a:xfrm>
            <a:off x="814290" y="4830696"/>
            <a:ext cx="1545015" cy="1545015"/>
          </a:xfrm>
          <a:prstGeom prst="ellipse">
            <a:avLst/>
          </a:prstGeom>
          <a:gradFill>
            <a:gsLst>
              <a:gs pos="100000">
                <a:schemeClr val="accent1">
                  <a:alpha val="7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 flipH="1">
            <a:off x="1257658" y="653252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9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24359" t="13842" r="17500" b="15194"/>
          <a:stretch>
            <a:fillRect/>
          </a:stretch>
        </p:blipFill>
        <p:spPr>
          <a:xfrm>
            <a:off x="1183399" y="4833670"/>
            <a:ext cx="1545015" cy="137107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1271905" y="2433320"/>
            <a:ext cx="3293110" cy="1081405"/>
          </a:xfrm>
        </p:spPr>
        <p:txBody>
          <a:bodyPr wrap="square" anchor="b">
            <a:noAutofit/>
          </a:bodyPr>
          <a:lstStyle>
            <a:lvl1pPr algn="ctr">
              <a:defRPr sz="45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0" y="234426"/>
            <a:ext cx="9810419" cy="6407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单圆角 9"/>
          <p:cNvSpPr/>
          <p:nvPr userDrawn="1">
            <p:custDataLst>
              <p:tags r:id="rId4"/>
            </p:custDataLst>
          </p:nvPr>
        </p:nvSpPr>
        <p:spPr>
          <a:xfrm>
            <a:off x="9542208" y="0"/>
            <a:ext cx="2649792" cy="6857999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200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 flipH="1">
            <a:off x="1278365" y="1098161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9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7617630" y="1390308"/>
            <a:ext cx="2255719" cy="2255719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2000">
                <a:schemeClr val="accent1">
                  <a:lumMod val="40000"/>
                  <a:lumOff val="60000"/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" contrast="2000"/>
                    </a14:imgEffect>
                  </a14:imgLayer>
                </a14:imgProps>
              </a:ext>
            </a:extLst>
          </a:blip>
          <a:srcRect l="17164" t="14119" r="19643" b="14233"/>
          <a:stretch>
            <a:fillRect/>
          </a:stretch>
        </p:blipFill>
        <p:spPr>
          <a:xfrm>
            <a:off x="6633020" y="1191809"/>
            <a:ext cx="5092763" cy="4198158"/>
          </a:xfrm>
          <a:prstGeom prst="rect">
            <a:avLst/>
          </a:prstGeom>
        </p:spPr>
      </p:pic>
      <p:sp>
        <p:nvSpPr>
          <p:cNvPr id="14" name="椭圆 13"/>
          <p:cNvSpPr/>
          <p:nvPr userDrawn="1">
            <p:custDataLst>
              <p:tags r:id="rId10"/>
            </p:custDataLst>
          </p:nvPr>
        </p:nvSpPr>
        <p:spPr>
          <a:xfrm>
            <a:off x="7611573" y="4881439"/>
            <a:ext cx="541827" cy="541827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直接连接符 14"/>
          <p:cNvCxnSpPr/>
          <p:nvPr userDrawn="1">
            <p:custDataLst>
              <p:tags r:id="rId11"/>
            </p:custDataLst>
          </p:nvPr>
        </p:nvCxnSpPr>
        <p:spPr>
          <a:xfrm>
            <a:off x="1282700" y="5803178"/>
            <a:ext cx="568880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281430" y="3268345"/>
            <a:ext cx="6488430" cy="1913255"/>
          </a:xfrm>
        </p:spPr>
        <p:txBody>
          <a:bodyPr wrap="square" anchor="t" anchorCtr="0">
            <a:normAutofit/>
          </a:bodyPr>
          <a:lstStyle>
            <a:lvl1pPr algn="l">
              <a:defRPr sz="48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1281466" y="1800622"/>
            <a:ext cx="5472905" cy="1357542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60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8" name="任意多边形: 形状 17"/>
          <p:cNvSpPr/>
          <p:nvPr userDrawn="1">
            <p:custDataLst>
              <p:tags r:id="rId17"/>
            </p:custDataLst>
          </p:nvPr>
        </p:nvSpPr>
        <p:spPr>
          <a:xfrm>
            <a:off x="10276635" y="5750057"/>
            <a:ext cx="827928" cy="106242"/>
          </a:xfrm>
          <a:custGeom>
            <a:avLst/>
            <a:gdLst>
              <a:gd name="connsiteX0" fmla="*/ 774807 w 827928"/>
              <a:gd name="connsiteY0" fmla="*/ 0 h 106242"/>
              <a:gd name="connsiteX1" fmla="*/ 827928 w 827928"/>
              <a:gd name="connsiteY1" fmla="*/ 53121 h 106242"/>
              <a:gd name="connsiteX2" fmla="*/ 774807 w 827928"/>
              <a:gd name="connsiteY2" fmla="*/ 106242 h 106242"/>
              <a:gd name="connsiteX3" fmla="*/ 721686 w 827928"/>
              <a:gd name="connsiteY3" fmla="*/ 53121 h 106242"/>
              <a:gd name="connsiteX4" fmla="*/ 774807 w 827928"/>
              <a:gd name="connsiteY4" fmla="*/ 0 h 106242"/>
              <a:gd name="connsiteX5" fmla="*/ 534245 w 827928"/>
              <a:gd name="connsiteY5" fmla="*/ 0 h 106242"/>
              <a:gd name="connsiteX6" fmla="*/ 587366 w 827928"/>
              <a:gd name="connsiteY6" fmla="*/ 53121 h 106242"/>
              <a:gd name="connsiteX7" fmla="*/ 534245 w 827928"/>
              <a:gd name="connsiteY7" fmla="*/ 106242 h 106242"/>
              <a:gd name="connsiteX8" fmla="*/ 481124 w 827928"/>
              <a:gd name="connsiteY8" fmla="*/ 53121 h 106242"/>
              <a:gd name="connsiteX9" fmla="*/ 534245 w 827928"/>
              <a:gd name="connsiteY9" fmla="*/ 0 h 106242"/>
              <a:gd name="connsiteX10" fmla="*/ 293683 w 827928"/>
              <a:gd name="connsiteY10" fmla="*/ 0 h 106242"/>
              <a:gd name="connsiteX11" fmla="*/ 346804 w 827928"/>
              <a:gd name="connsiteY11" fmla="*/ 53121 h 106242"/>
              <a:gd name="connsiteX12" fmla="*/ 293683 w 827928"/>
              <a:gd name="connsiteY12" fmla="*/ 106242 h 106242"/>
              <a:gd name="connsiteX13" fmla="*/ 240562 w 827928"/>
              <a:gd name="connsiteY13" fmla="*/ 53121 h 106242"/>
              <a:gd name="connsiteX14" fmla="*/ 293683 w 827928"/>
              <a:gd name="connsiteY14" fmla="*/ 0 h 106242"/>
              <a:gd name="connsiteX15" fmla="*/ 53121 w 827928"/>
              <a:gd name="connsiteY15" fmla="*/ 0 h 106242"/>
              <a:gd name="connsiteX16" fmla="*/ 106242 w 827928"/>
              <a:gd name="connsiteY16" fmla="*/ 53121 h 106242"/>
              <a:gd name="connsiteX17" fmla="*/ 53121 w 827928"/>
              <a:gd name="connsiteY17" fmla="*/ 106242 h 106242"/>
              <a:gd name="connsiteX18" fmla="*/ 0 w 827928"/>
              <a:gd name="connsiteY18" fmla="*/ 53121 h 106242"/>
              <a:gd name="connsiteX19" fmla="*/ 53121 w 827928"/>
              <a:gd name="connsiteY19" fmla="*/ 0 h 10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27928" h="106242">
                <a:moveTo>
                  <a:pt x="774807" y="0"/>
                </a:moveTo>
                <a:cubicBezTo>
                  <a:pt x="804145" y="0"/>
                  <a:pt x="827928" y="23783"/>
                  <a:pt x="827928" y="53121"/>
                </a:cubicBezTo>
                <a:cubicBezTo>
                  <a:pt x="827928" y="82459"/>
                  <a:pt x="804145" y="106242"/>
                  <a:pt x="774807" y="106242"/>
                </a:cubicBezTo>
                <a:cubicBezTo>
                  <a:pt x="745469" y="106242"/>
                  <a:pt x="721686" y="82459"/>
                  <a:pt x="721686" y="53121"/>
                </a:cubicBezTo>
                <a:cubicBezTo>
                  <a:pt x="721686" y="23783"/>
                  <a:pt x="745469" y="0"/>
                  <a:pt x="774807" y="0"/>
                </a:cubicBezTo>
                <a:close/>
                <a:moveTo>
                  <a:pt x="534245" y="0"/>
                </a:moveTo>
                <a:cubicBezTo>
                  <a:pt x="563583" y="0"/>
                  <a:pt x="587366" y="23783"/>
                  <a:pt x="587366" y="53121"/>
                </a:cubicBezTo>
                <a:cubicBezTo>
                  <a:pt x="587366" y="82459"/>
                  <a:pt x="563583" y="106242"/>
                  <a:pt x="534245" y="106242"/>
                </a:cubicBezTo>
                <a:cubicBezTo>
                  <a:pt x="504907" y="106242"/>
                  <a:pt x="481124" y="82459"/>
                  <a:pt x="481124" y="53121"/>
                </a:cubicBezTo>
                <a:cubicBezTo>
                  <a:pt x="481124" y="23783"/>
                  <a:pt x="504907" y="0"/>
                  <a:pt x="534245" y="0"/>
                </a:cubicBezTo>
                <a:close/>
                <a:moveTo>
                  <a:pt x="293683" y="0"/>
                </a:moveTo>
                <a:cubicBezTo>
                  <a:pt x="323021" y="0"/>
                  <a:pt x="346804" y="23783"/>
                  <a:pt x="346804" y="53121"/>
                </a:cubicBezTo>
                <a:cubicBezTo>
                  <a:pt x="346804" y="82459"/>
                  <a:pt x="323021" y="106242"/>
                  <a:pt x="293683" y="106242"/>
                </a:cubicBezTo>
                <a:cubicBezTo>
                  <a:pt x="264345" y="106242"/>
                  <a:pt x="240562" y="82459"/>
                  <a:pt x="240562" y="53121"/>
                </a:cubicBezTo>
                <a:cubicBezTo>
                  <a:pt x="240562" y="23783"/>
                  <a:pt x="264345" y="0"/>
                  <a:pt x="293683" y="0"/>
                </a:cubicBezTo>
                <a:close/>
                <a:moveTo>
                  <a:pt x="53121" y="0"/>
                </a:moveTo>
                <a:cubicBezTo>
                  <a:pt x="82459" y="0"/>
                  <a:pt x="106242" y="23783"/>
                  <a:pt x="106242" y="53121"/>
                </a:cubicBezTo>
                <a:cubicBezTo>
                  <a:pt x="106242" y="82459"/>
                  <a:pt x="82459" y="106242"/>
                  <a:pt x="53121" y="106242"/>
                </a:cubicBezTo>
                <a:cubicBezTo>
                  <a:pt x="23783" y="106242"/>
                  <a:pt x="0" y="82459"/>
                  <a:pt x="0" y="53121"/>
                </a:cubicBezTo>
                <a:cubicBezTo>
                  <a:pt x="0" y="23783"/>
                  <a:pt x="23783" y="0"/>
                  <a:pt x="5312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矩形 22"/>
          <p:cNvSpPr/>
          <p:nvPr userDrawn="1">
            <p:custDataLst>
              <p:tags r:id="rId3"/>
            </p:custDataLst>
          </p:nvPr>
        </p:nvSpPr>
        <p:spPr>
          <a:xfrm>
            <a:off x="1944914" y="225426"/>
            <a:ext cx="9983561" cy="64071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1944914" y="225426"/>
            <a:ext cx="9983561" cy="64071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: 单圆角 8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2882899" cy="68580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chemeClr val="accent2"/>
              </a:gs>
              <a:gs pos="2000">
                <a:schemeClr val="accent1"/>
              </a:gs>
            </a:gsLst>
            <a:lin ang="2700000" scaled="1"/>
            <a:tileRect/>
          </a:gra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 flipH="1">
            <a:off x="10247086" y="740626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1268402" y="5825928"/>
            <a:ext cx="827928" cy="106242"/>
          </a:xfrm>
          <a:custGeom>
            <a:avLst/>
            <a:gdLst>
              <a:gd name="connsiteX0" fmla="*/ 774807 w 827928"/>
              <a:gd name="connsiteY0" fmla="*/ 0 h 106242"/>
              <a:gd name="connsiteX1" fmla="*/ 827928 w 827928"/>
              <a:gd name="connsiteY1" fmla="*/ 53121 h 106242"/>
              <a:gd name="connsiteX2" fmla="*/ 774807 w 827928"/>
              <a:gd name="connsiteY2" fmla="*/ 106242 h 106242"/>
              <a:gd name="connsiteX3" fmla="*/ 721686 w 827928"/>
              <a:gd name="connsiteY3" fmla="*/ 53121 h 106242"/>
              <a:gd name="connsiteX4" fmla="*/ 774807 w 827928"/>
              <a:gd name="connsiteY4" fmla="*/ 0 h 106242"/>
              <a:gd name="connsiteX5" fmla="*/ 534245 w 827928"/>
              <a:gd name="connsiteY5" fmla="*/ 0 h 106242"/>
              <a:gd name="connsiteX6" fmla="*/ 587366 w 827928"/>
              <a:gd name="connsiteY6" fmla="*/ 53121 h 106242"/>
              <a:gd name="connsiteX7" fmla="*/ 534245 w 827928"/>
              <a:gd name="connsiteY7" fmla="*/ 106242 h 106242"/>
              <a:gd name="connsiteX8" fmla="*/ 481124 w 827928"/>
              <a:gd name="connsiteY8" fmla="*/ 53121 h 106242"/>
              <a:gd name="connsiteX9" fmla="*/ 534245 w 827928"/>
              <a:gd name="connsiteY9" fmla="*/ 0 h 106242"/>
              <a:gd name="connsiteX10" fmla="*/ 293683 w 827928"/>
              <a:gd name="connsiteY10" fmla="*/ 0 h 106242"/>
              <a:gd name="connsiteX11" fmla="*/ 346804 w 827928"/>
              <a:gd name="connsiteY11" fmla="*/ 53121 h 106242"/>
              <a:gd name="connsiteX12" fmla="*/ 293683 w 827928"/>
              <a:gd name="connsiteY12" fmla="*/ 106242 h 106242"/>
              <a:gd name="connsiteX13" fmla="*/ 240562 w 827928"/>
              <a:gd name="connsiteY13" fmla="*/ 53121 h 106242"/>
              <a:gd name="connsiteX14" fmla="*/ 293683 w 827928"/>
              <a:gd name="connsiteY14" fmla="*/ 0 h 106242"/>
              <a:gd name="connsiteX15" fmla="*/ 53121 w 827928"/>
              <a:gd name="connsiteY15" fmla="*/ 0 h 106242"/>
              <a:gd name="connsiteX16" fmla="*/ 106242 w 827928"/>
              <a:gd name="connsiteY16" fmla="*/ 53121 h 106242"/>
              <a:gd name="connsiteX17" fmla="*/ 53121 w 827928"/>
              <a:gd name="connsiteY17" fmla="*/ 106242 h 106242"/>
              <a:gd name="connsiteX18" fmla="*/ 0 w 827928"/>
              <a:gd name="connsiteY18" fmla="*/ 53121 h 106242"/>
              <a:gd name="connsiteX19" fmla="*/ 53121 w 827928"/>
              <a:gd name="connsiteY19" fmla="*/ 0 h 10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27928" h="106242">
                <a:moveTo>
                  <a:pt x="774807" y="0"/>
                </a:moveTo>
                <a:cubicBezTo>
                  <a:pt x="804145" y="0"/>
                  <a:pt x="827928" y="23783"/>
                  <a:pt x="827928" y="53121"/>
                </a:cubicBezTo>
                <a:cubicBezTo>
                  <a:pt x="827928" y="82459"/>
                  <a:pt x="804145" y="106242"/>
                  <a:pt x="774807" y="106242"/>
                </a:cubicBezTo>
                <a:cubicBezTo>
                  <a:pt x="745469" y="106242"/>
                  <a:pt x="721686" y="82459"/>
                  <a:pt x="721686" y="53121"/>
                </a:cubicBezTo>
                <a:cubicBezTo>
                  <a:pt x="721686" y="23783"/>
                  <a:pt x="745469" y="0"/>
                  <a:pt x="774807" y="0"/>
                </a:cubicBezTo>
                <a:close/>
                <a:moveTo>
                  <a:pt x="534245" y="0"/>
                </a:moveTo>
                <a:cubicBezTo>
                  <a:pt x="563583" y="0"/>
                  <a:pt x="587366" y="23783"/>
                  <a:pt x="587366" y="53121"/>
                </a:cubicBezTo>
                <a:cubicBezTo>
                  <a:pt x="587366" y="82459"/>
                  <a:pt x="563583" y="106242"/>
                  <a:pt x="534245" y="106242"/>
                </a:cubicBezTo>
                <a:cubicBezTo>
                  <a:pt x="504907" y="106242"/>
                  <a:pt x="481124" y="82459"/>
                  <a:pt x="481124" y="53121"/>
                </a:cubicBezTo>
                <a:cubicBezTo>
                  <a:pt x="481124" y="23783"/>
                  <a:pt x="504907" y="0"/>
                  <a:pt x="534245" y="0"/>
                </a:cubicBezTo>
                <a:close/>
                <a:moveTo>
                  <a:pt x="293683" y="0"/>
                </a:moveTo>
                <a:cubicBezTo>
                  <a:pt x="323021" y="0"/>
                  <a:pt x="346804" y="23783"/>
                  <a:pt x="346804" y="53121"/>
                </a:cubicBezTo>
                <a:cubicBezTo>
                  <a:pt x="346804" y="82459"/>
                  <a:pt x="323021" y="106242"/>
                  <a:pt x="293683" y="106242"/>
                </a:cubicBezTo>
                <a:cubicBezTo>
                  <a:pt x="264345" y="106242"/>
                  <a:pt x="240562" y="82459"/>
                  <a:pt x="240562" y="53121"/>
                </a:cubicBezTo>
                <a:cubicBezTo>
                  <a:pt x="240562" y="23783"/>
                  <a:pt x="264345" y="0"/>
                  <a:pt x="293683" y="0"/>
                </a:cubicBezTo>
                <a:close/>
                <a:moveTo>
                  <a:pt x="53121" y="0"/>
                </a:moveTo>
                <a:cubicBezTo>
                  <a:pt x="82459" y="0"/>
                  <a:pt x="106242" y="23783"/>
                  <a:pt x="106242" y="53121"/>
                </a:cubicBezTo>
                <a:cubicBezTo>
                  <a:pt x="106242" y="82459"/>
                  <a:pt x="82459" y="106242"/>
                  <a:pt x="53121" y="106242"/>
                </a:cubicBezTo>
                <a:cubicBezTo>
                  <a:pt x="23783" y="106242"/>
                  <a:pt x="0" y="82459"/>
                  <a:pt x="0" y="53121"/>
                </a:cubicBezTo>
                <a:cubicBezTo>
                  <a:pt x="0" y="23783"/>
                  <a:pt x="23783" y="0"/>
                  <a:pt x="5312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chemeClr val="accent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椭圆 12"/>
          <p:cNvSpPr/>
          <p:nvPr userDrawn="1">
            <p:custDataLst>
              <p:tags r:id="rId8"/>
            </p:custDataLst>
          </p:nvPr>
        </p:nvSpPr>
        <p:spPr>
          <a:xfrm>
            <a:off x="3289092" y="1286337"/>
            <a:ext cx="1906386" cy="1906386"/>
          </a:xfrm>
          <a:prstGeom prst="ellipse">
            <a:avLst/>
          </a:prstGeom>
          <a:gradFill>
            <a:gsLst>
              <a:gs pos="100000">
                <a:schemeClr val="accent1">
                  <a:alpha val="48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椭圆 14"/>
          <p:cNvSpPr/>
          <p:nvPr userDrawn="1">
            <p:custDataLst>
              <p:tags r:id="rId9"/>
            </p:custDataLst>
          </p:nvPr>
        </p:nvSpPr>
        <p:spPr>
          <a:xfrm>
            <a:off x="3276167" y="5039818"/>
            <a:ext cx="420161" cy="420161"/>
          </a:xfrm>
          <a:prstGeom prst="ellipse">
            <a:avLst/>
          </a:prstGeom>
          <a:gradFill>
            <a:gsLst>
              <a:gs pos="83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任意多边形: 形状 15"/>
          <p:cNvSpPr/>
          <p:nvPr userDrawn="1">
            <p:custDataLst>
              <p:tags r:id="rId10"/>
            </p:custDataLst>
          </p:nvPr>
        </p:nvSpPr>
        <p:spPr>
          <a:xfrm flipH="1">
            <a:off x="4064196" y="5172221"/>
            <a:ext cx="907181" cy="359299"/>
          </a:xfrm>
          <a:custGeom>
            <a:avLst/>
            <a:gdLst>
              <a:gd name="connsiteX0" fmla="*/ 1228281 w 1267969"/>
              <a:gd name="connsiteY0" fmla="*/ 422817 h 502193"/>
              <a:gd name="connsiteX1" fmla="*/ 1267969 w 1267969"/>
              <a:gd name="connsiteY1" fmla="*/ 462505 h 502193"/>
              <a:gd name="connsiteX2" fmla="*/ 1228281 w 1267969"/>
              <a:gd name="connsiteY2" fmla="*/ 502193 h 502193"/>
              <a:gd name="connsiteX3" fmla="*/ 1188593 w 1267969"/>
              <a:gd name="connsiteY3" fmla="*/ 462505 h 502193"/>
              <a:gd name="connsiteX4" fmla="*/ 1228281 w 1267969"/>
              <a:gd name="connsiteY4" fmla="*/ 422817 h 502193"/>
              <a:gd name="connsiteX5" fmla="*/ 1058482 w 1267969"/>
              <a:gd name="connsiteY5" fmla="*/ 422817 h 502193"/>
              <a:gd name="connsiteX6" fmla="*/ 1098170 w 1267969"/>
              <a:gd name="connsiteY6" fmla="*/ 462505 h 502193"/>
              <a:gd name="connsiteX7" fmla="*/ 1058482 w 1267969"/>
              <a:gd name="connsiteY7" fmla="*/ 502193 h 502193"/>
              <a:gd name="connsiteX8" fmla="*/ 1018794 w 1267969"/>
              <a:gd name="connsiteY8" fmla="*/ 462505 h 502193"/>
              <a:gd name="connsiteX9" fmla="*/ 1058482 w 1267969"/>
              <a:gd name="connsiteY9" fmla="*/ 422817 h 502193"/>
              <a:gd name="connsiteX10" fmla="*/ 888683 w 1267969"/>
              <a:gd name="connsiteY10" fmla="*/ 422817 h 502193"/>
              <a:gd name="connsiteX11" fmla="*/ 928371 w 1267969"/>
              <a:gd name="connsiteY11" fmla="*/ 462505 h 502193"/>
              <a:gd name="connsiteX12" fmla="*/ 888683 w 1267969"/>
              <a:gd name="connsiteY12" fmla="*/ 502193 h 502193"/>
              <a:gd name="connsiteX13" fmla="*/ 848995 w 1267969"/>
              <a:gd name="connsiteY13" fmla="*/ 462505 h 502193"/>
              <a:gd name="connsiteX14" fmla="*/ 888683 w 1267969"/>
              <a:gd name="connsiteY14" fmla="*/ 422817 h 502193"/>
              <a:gd name="connsiteX15" fmla="*/ 718884 w 1267969"/>
              <a:gd name="connsiteY15" fmla="*/ 422817 h 502193"/>
              <a:gd name="connsiteX16" fmla="*/ 758572 w 1267969"/>
              <a:gd name="connsiteY16" fmla="*/ 462505 h 502193"/>
              <a:gd name="connsiteX17" fmla="*/ 718884 w 1267969"/>
              <a:gd name="connsiteY17" fmla="*/ 502193 h 502193"/>
              <a:gd name="connsiteX18" fmla="*/ 679196 w 1267969"/>
              <a:gd name="connsiteY18" fmla="*/ 462505 h 502193"/>
              <a:gd name="connsiteX19" fmla="*/ 718884 w 1267969"/>
              <a:gd name="connsiteY19" fmla="*/ 422817 h 502193"/>
              <a:gd name="connsiteX20" fmla="*/ 549085 w 1267969"/>
              <a:gd name="connsiteY20" fmla="*/ 422817 h 502193"/>
              <a:gd name="connsiteX21" fmla="*/ 588773 w 1267969"/>
              <a:gd name="connsiteY21" fmla="*/ 462505 h 502193"/>
              <a:gd name="connsiteX22" fmla="*/ 549085 w 1267969"/>
              <a:gd name="connsiteY22" fmla="*/ 502193 h 502193"/>
              <a:gd name="connsiteX23" fmla="*/ 509397 w 1267969"/>
              <a:gd name="connsiteY23" fmla="*/ 462505 h 502193"/>
              <a:gd name="connsiteX24" fmla="*/ 549085 w 1267969"/>
              <a:gd name="connsiteY24" fmla="*/ 422817 h 502193"/>
              <a:gd name="connsiteX25" fmla="*/ 379286 w 1267969"/>
              <a:gd name="connsiteY25" fmla="*/ 422817 h 502193"/>
              <a:gd name="connsiteX26" fmla="*/ 418974 w 1267969"/>
              <a:gd name="connsiteY26" fmla="*/ 462505 h 502193"/>
              <a:gd name="connsiteX27" fmla="*/ 379286 w 1267969"/>
              <a:gd name="connsiteY27" fmla="*/ 502193 h 502193"/>
              <a:gd name="connsiteX28" fmla="*/ 339598 w 1267969"/>
              <a:gd name="connsiteY28" fmla="*/ 462505 h 502193"/>
              <a:gd name="connsiteX29" fmla="*/ 379286 w 1267969"/>
              <a:gd name="connsiteY29" fmla="*/ 422817 h 502193"/>
              <a:gd name="connsiteX30" fmla="*/ 209487 w 1267969"/>
              <a:gd name="connsiteY30" fmla="*/ 422817 h 502193"/>
              <a:gd name="connsiteX31" fmla="*/ 249175 w 1267969"/>
              <a:gd name="connsiteY31" fmla="*/ 462505 h 502193"/>
              <a:gd name="connsiteX32" fmla="*/ 209487 w 1267969"/>
              <a:gd name="connsiteY32" fmla="*/ 502193 h 502193"/>
              <a:gd name="connsiteX33" fmla="*/ 169799 w 1267969"/>
              <a:gd name="connsiteY33" fmla="*/ 462505 h 502193"/>
              <a:gd name="connsiteX34" fmla="*/ 209487 w 1267969"/>
              <a:gd name="connsiteY34" fmla="*/ 422817 h 502193"/>
              <a:gd name="connsiteX35" fmla="*/ 39688 w 1267969"/>
              <a:gd name="connsiteY35" fmla="*/ 422817 h 502193"/>
              <a:gd name="connsiteX36" fmla="*/ 79376 w 1267969"/>
              <a:gd name="connsiteY36" fmla="*/ 462505 h 502193"/>
              <a:gd name="connsiteX37" fmla="*/ 39688 w 1267969"/>
              <a:gd name="connsiteY37" fmla="*/ 502193 h 502193"/>
              <a:gd name="connsiteX38" fmla="*/ 0 w 1267969"/>
              <a:gd name="connsiteY38" fmla="*/ 462505 h 502193"/>
              <a:gd name="connsiteX39" fmla="*/ 39688 w 1267969"/>
              <a:gd name="connsiteY39" fmla="*/ 422817 h 502193"/>
              <a:gd name="connsiteX40" fmla="*/ 1228281 w 1267969"/>
              <a:gd name="connsiteY40" fmla="*/ 281878 h 502193"/>
              <a:gd name="connsiteX41" fmla="*/ 1267969 w 1267969"/>
              <a:gd name="connsiteY41" fmla="*/ 321566 h 502193"/>
              <a:gd name="connsiteX42" fmla="*/ 1228281 w 1267969"/>
              <a:gd name="connsiteY42" fmla="*/ 361254 h 502193"/>
              <a:gd name="connsiteX43" fmla="*/ 1188593 w 1267969"/>
              <a:gd name="connsiteY43" fmla="*/ 321566 h 502193"/>
              <a:gd name="connsiteX44" fmla="*/ 1228281 w 1267969"/>
              <a:gd name="connsiteY44" fmla="*/ 281878 h 502193"/>
              <a:gd name="connsiteX45" fmla="*/ 1058482 w 1267969"/>
              <a:gd name="connsiteY45" fmla="*/ 281878 h 502193"/>
              <a:gd name="connsiteX46" fmla="*/ 1098170 w 1267969"/>
              <a:gd name="connsiteY46" fmla="*/ 321566 h 502193"/>
              <a:gd name="connsiteX47" fmla="*/ 1058482 w 1267969"/>
              <a:gd name="connsiteY47" fmla="*/ 361254 h 502193"/>
              <a:gd name="connsiteX48" fmla="*/ 1018794 w 1267969"/>
              <a:gd name="connsiteY48" fmla="*/ 321566 h 502193"/>
              <a:gd name="connsiteX49" fmla="*/ 1058482 w 1267969"/>
              <a:gd name="connsiteY49" fmla="*/ 281878 h 502193"/>
              <a:gd name="connsiteX50" fmla="*/ 888683 w 1267969"/>
              <a:gd name="connsiteY50" fmla="*/ 281878 h 502193"/>
              <a:gd name="connsiteX51" fmla="*/ 928371 w 1267969"/>
              <a:gd name="connsiteY51" fmla="*/ 321566 h 502193"/>
              <a:gd name="connsiteX52" fmla="*/ 888683 w 1267969"/>
              <a:gd name="connsiteY52" fmla="*/ 361254 h 502193"/>
              <a:gd name="connsiteX53" fmla="*/ 848995 w 1267969"/>
              <a:gd name="connsiteY53" fmla="*/ 321566 h 502193"/>
              <a:gd name="connsiteX54" fmla="*/ 888683 w 1267969"/>
              <a:gd name="connsiteY54" fmla="*/ 281878 h 502193"/>
              <a:gd name="connsiteX55" fmla="*/ 718884 w 1267969"/>
              <a:gd name="connsiteY55" fmla="*/ 281878 h 502193"/>
              <a:gd name="connsiteX56" fmla="*/ 758572 w 1267969"/>
              <a:gd name="connsiteY56" fmla="*/ 321566 h 502193"/>
              <a:gd name="connsiteX57" fmla="*/ 718884 w 1267969"/>
              <a:gd name="connsiteY57" fmla="*/ 361254 h 502193"/>
              <a:gd name="connsiteX58" fmla="*/ 679196 w 1267969"/>
              <a:gd name="connsiteY58" fmla="*/ 321566 h 502193"/>
              <a:gd name="connsiteX59" fmla="*/ 718884 w 1267969"/>
              <a:gd name="connsiteY59" fmla="*/ 281878 h 502193"/>
              <a:gd name="connsiteX60" fmla="*/ 549085 w 1267969"/>
              <a:gd name="connsiteY60" fmla="*/ 281878 h 502193"/>
              <a:gd name="connsiteX61" fmla="*/ 588773 w 1267969"/>
              <a:gd name="connsiteY61" fmla="*/ 321566 h 502193"/>
              <a:gd name="connsiteX62" fmla="*/ 549085 w 1267969"/>
              <a:gd name="connsiteY62" fmla="*/ 361254 h 502193"/>
              <a:gd name="connsiteX63" fmla="*/ 509397 w 1267969"/>
              <a:gd name="connsiteY63" fmla="*/ 321566 h 502193"/>
              <a:gd name="connsiteX64" fmla="*/ 549085 w 1267969"/>
              <a:gd name="connsiteY64" fmla="*/ 281878 h 502193"/>
              <a:gd name="connsiteX65" fmla="*/ 379286 w 1267969"/>
              <a:gd name="connsiteY65" fmla="*/ 281878 h 502193"/>
              <a:gd name="connsiteX66" fmla="*/ 418974 w 1267969"/>
              <a:gd name="connsiteY66" fmla="*/ 321566 h 502193"/>
              <a:gd name="connsiteX67" fmla="*/ 379286 w 1267969"/>
              <a:gd name="connsiteY67" fmla="*/ 361254 h 502193"/>
              <a:gd name="connsiteX68" fmla="*/ 339598 w 1267969"/>
              <a:gd name="connsiteY68" fmla="*/ 321566 h 502193"/>
              <a:gd name="connsiteX69" fmla="*/ 379286 w 1267969"/>
              <a:gd name="connsiteY69" fmla="*/ 281878 h 502193"/>
              <a:gd name="connsiteX70" fmla="*/ 209487 w 1267969"/>
              <a:gd name="connsiteY70" fmla="*/ 281878 h 502193"/>
              <a:gd name="connsiteX71" fmla="*/ 249175 w 1267969"/>
              <a:gd name="connsiteY71" fmla="*/ 321566 h 502193"/>
              <a:gd name="connsiteX72" fmla="*/ 209487 w 1267969"/>
              <a:gd name="connsiteY72" fmla="*/ 361254 h 502193"/>
              <a:gd name="connsiteX73" fmla="*/ 169799 w 1267969"/>
              <a:gd name="connsiteY73" fmla="*/ 321566 h 502193"/>
              <a:gd name="connsiteX74" fmla="*/ 209487 w 1267969"/>
              <a:gd name="connsiteY74" fmla="*/ 281878 h 502193"/>
              <a:gd name="connsiteX75" fmla="*/ 39688 w 1267969"/>
              <a:gd name="connsiteY75" fmla="*/ 281878 h 502193"/>
              <a:gd name="connsiteX76" fmla="*/ 79376 w 1267969"/>
              <a:gd name="connsiteY76" fmla="*/ 321566 h 502193"/>
              <a:gd name="connsiteX77" fmla="*/ 39688 w 1267969"/>
              <a:gd name="connsiteY77" fmla="*/ 361254 h 502193"/>
              <a:gd name="connsiteX78" fmla="*/ 0 w 1267969"/>
              <a:gd name="connsiteY78" fmla="*/ 321566 h 502193"/>
              <a:gd name="connsiteX79" fmla="*/ 39688 w 1267969"/>
              <a:gd name="connsiteY79" fmla="*/ 281878 h 502193"/>
              <a:gd name="connsiteX80" fmla="*/ 1228281 w 1267969"/>
              <a:gd name="connsiteY80" fmla="*/ 140939 h 502193"/>
              <a:gd name="connsiteX81" fmla="*/ 1267969 w 1267969"/>
              <a:gd name="connsiteY81" fmla="*/ 180627 h 502193"/>
              <a:gd name="connsiteX82" fmla="*/ 1228281 w 1267969"/>
              <a:gd name="connsiteY82" fmla="*/ 220315 h 502193"/>
              <a:gd name="connsiteX83" fmla="*/ 1188593 w 1267969"/>
              <a:gd name="connsiteY83" fmla="*/ 180627 h 502193"/>
              <a:gd name="connsiteX84" fmla="*/ 1228281 w 1267969"/>
              <a:gd name="connsiteY84" fmla="*/ 140939 h 502193"/>
              <a:gd name="connsiteX85" fmla="*/ 1058482 w 1267969"/>
              <a:gd name="connsiteY85" fmla="*/ 140939 h 502193"/>
              <a:gd name="connsiteX86" fmla="*/ 1098170 w 1267969"/>
              <a:gd name="connsiteY86" fmla="*/ 180627 h 502193"/>
              <a:gd name="connsiteX87" fmla="*/ 1058482 w 1267969"/>
              <a:gd name="connsiteY87" fmla="*/ 220315 h 502193"/>
              <a:gd name="connsiteX88" fmla="*/ 1018794 w 1267969"/>
              <a:gd name="connsiteY88" fmla="*/ 180627 h 502193"/>
              <a:gd name="connsiteX89" fmla="*/ 1058482 w 1267969"/>
              <a:gd name="connsiteY89" fmla="*/ 140939 h 502193"/>
              <a:gd name="connsiteX90" fmla="*/ 888683 w 1267969"/>
              <a:gd name="connsiteY90" fmla="*/ 140939 h 502193"/>
              <a:gd name="connsiteX91" fmla="*/ 928371 w 1267969"/>
              <a:gd name="connsiteY91" fmla="*/ 180627 h 502193"/>
              <a:gd name="connsiteX92" fmla="*/ 888683 w 1267969"/>
              <a:gd name="connsiteY92" fmla="*/ 220315 h 502193"/>
              <a:gd name="connsiteX93" fmla="*/ 848995 w 1267969"/>
              <a:gd name="connsiteY93" fmla="*/ 180627 h 502193"/>
              <a:gd name="connsiteX94" fmla="*/ 888683 w 1267969"/>
              <a:gd name="connsiteY94" fmla="*/ 140939 h 502193"/>
              <a:gd name="connsiteX95" fmla="*/ 718884 w 1267969"/>
              <a:gd name="connsiteY95" fmla="*/ 140939 h 502193"/>
              <a:gd name="connsiteX96" fmla="*/ 758572 w 1267969"/>
              <a:gd name="connsiteY96" fmla="*/ 180627 h 502193"/>
              <a:gd name="connsiteX97" fmla="*/ 718884 w 1267969"/>
              <a:gd name="connsiteY97" fmla="*/ 220315 h 502193"/>
              <a:gd name="connsiteX98" fmla="*/ 679196 w 1267969"/>
              <a:gd name="connsiteY98" fmla="*/ 180627 h 502193"/>
              <a:gd name="connsiteX99" fmla="*/ 718884 w 1267969"/>
              <a:gd name="connsiteY99" fmla="*/ 140939 h 502193"/>
              <a:gd name="connsiteX100" fmla="*/ 549085 w 1267969"/>
              <a:gd name="connsiteY100" fmla="*/ 140939 h 502193"/>
              <a:gd name="connsiteX101" fmla="*/ 588773 w 1267969"/>
              <a:gd name="connsiteY101" fmla="*/ 180627 h 502193"/>
              <a:gd name="connsiteX102" fmla="*/ 549085 w 1267969"/>
              <a:gd name="connsiteY102" fmla="*/ 220315 h 502193"/>
              <a:gd name="connsiteX103" fmla="*/ 509397 w 1267969"/>
              <a:gd name="connsiteY103" fmla="*/ 180627 h 502193"/>
              <a:gd name="connsiteX104" fmla="*/ 549085 w 1267969"/>
              <a:gd name="connsiteY104" fmla="*/ 140939 h 502193"/>
              <a:gd name="connsiteX105" fmla="*/ 379286 w 1267969"/>
              <a:gd name="connsiteY105" fmla="*/ 140939 h 502193"/>
              <a:gd name="connsiteX106" fmla="*/ 418974 w 1267969"/>
              <a:gd name="connsiteY106" fmla="*/ 180627 h 502193"/>
              <a:gd name="connsiteX107" fmla="*/ 379286 w 1267969"/>
              <a:gd name="connsiteY107" fmla="*/ 220315 h 502193"/>
              <a:gd name="connsiteX108" fmla="*/ 339598 w 1267969"/>
              <a:gd name="connsiteY108" fmla="*/ 180627 h 502193"/>
              <a:gd name="connsiteX109" fmla="*/ 379286 w 1267969"/>
              <a:gd name="connsiteY109" fmla="*/ 140939 h 502193"/>
              <a:gd name="connsiteX110" fmla="*/ 209487 w 1267969"/>
              <a:gd name="connsiteY110" fmla="*/ 140939 h 502193"/>
              <a:gd name="connsiteX111" fmla="*/ 249175 w 1267969"/>
              <a:gd name="connsiteY111" fmla="*/ 180627 h 502193"/>
              <a:gd name="connsiteX112" fmla="*/ 209487 w 1267969"/>
              <a:gd name="connsiteY112" fmla="*/ 220315 h 502193"/>
              <a:gd name="connsiteX113" fmla="*/ 169799 w 1267969"/>
              <a:gd name="connsiteY113" fmla="*/ 180627 h 502193"/>
              <a:gd name="connsiteX114" fmla="*/ 209487 w 1267969"/>
              <a:gd name="connsiteY114" fmla="*/ 140939 h 502193"/>
              <a:gd name="connsiteX115" fmla="*/ 39688 w 1267969"/>
              <a:gd name="connsiteY115" fmla="*/ 140939 h 502193"/>
              <a:gd name="connsiteX116" fmla="*/ 79376 w 1267969"/>
              <a:gd name="connsiteY116" fmla="*/ 180627 h 502193"/>
              <a:gd name="connsiteX117" fmla="*/ 39688 w 1267969"/>
              <a:gd name="connsiteY117" fmla="*/ 220315 h 502193"/>
              <a:gd name="connsiteX118" fmla="*/ 0 w 1267969"/>
              <a:gd name="connsiteY118" fmla="*/ 180627 h 502193"/>
              <a:gd name="connsiteX119" fmla="*/ 39688 w 1267969"/>
              <a:gd name="connsiteY119" fmla="*/ 140939 h 502193"/>
              <a:gd name="connsiteX120" fmla="*/ 1228281 w 1267969"/>
              <a:gd name="connsiteY120" fmla="*/ 0 h 502193"/>
              <a:gd name="connsiteX121" fmla="*/ 1267969 w 1267969"/>
              <a:gd name="connsiteY121" fmla="*/ 39688 h 502193"/>
              <a:gd name="connsiteX122" fmla="*/ 1228281 w 1267969"/>
              <a:gd name="connsiteY122" fmla="*/ 79376 h 502193"/>
              <a:gd name="connsiteX123" fmla="*/ 1188593 w 1267969"/>
              <a:gd name="connsiteY123" fmla="*/ 39688 h 502193"/>
              <a:gd name="connsiteX124" fmla="*/ 1228281 w 1267969"/>
              <a:gd name="connsiteY124" fmla="*/ 0 h 502193"/>
              <a:gd name="connsiteX125" fmla="*/ 1058482 w 1267969"/>
              <a:gd name="connsiteY125" fmla="*/ 0 h 502193"/>
              <a:gd name="connsiteX126" fmla="*/ 1098170 w 1267969"/>
              <a:gd name="connsiteY126" fmla="*/ 39688 h 502193"/>
              <a:gd name="connsiteX127" fmla="*/ 1058482 w 1267969"/>
              <a:gd name="connsiteY127" fmla="*/ 79376 h 502193"/>
              <a:gd name="connsiteX128" fmla="*/ 1018794 w 1267969"/>
              <a:gd name="connsiteY128" fmla="*/ 39688 h 502193"/>
              <a:gd name="connsiteX129" fmla="*/ 1058482 w 1267969"/>
              <a:gd name="connsiteY129" fmla="*/ 0 h 502193"/>
              <a:gd name="connsiteX130" fmla="*/ 888683 w 1267969"/>
              <a:gd name="connsiteY130" fmla="*/ 0 h 502193"/>
              <a:gd name="connsiteX131" fmla="*/ 928371 w 1267969"/>
              <a:gd name="connsiteY131" fmla="*/ 39688 h 502193"/>
              <a:gd name="connsiteX132" fmla="*/ 888683 w 1267969"/>
              <a:gd name="connsiteY132" fmla="*/ 79376 h 502193"/>
              <a:gd name="connsiteX133" fmla="*/ 848995 w 1267969"/>
              <a:gd name="connsiteY133" fmla="*/ 39688 h 502193"/>
              <a:gd name="connsiteX134" fmla="*/ 888683 w 1267969"/>
              <a:gd name="connsiteY134" fmla="*/ 0 h 502193"/>
              <a:gd name="connsiteX135" fmla="*/ 718884 w 1267969"/>
              <a:gd name="connsiteY135" fmla="*/ 0 h 502193"/>
              <a:gd name="connsiteX136" fmla="*/ 758572 w 1267969"/>
              <a:gd name="connsiteY136" fmla="*/ 39688 h 502193"/>
              <a:gd name="connsiteX137" fmla="*/ 718884 w 1267969"/>
              <a:gd name="connsiteY137" fmla="*/ 79376 h 502193"/>
              <a:gd name="connsiteX138" fmla="*/ 679196 w 1267969"/>
              <a:gd name="connsiteY138" fmla="*/ 39688 h 502193"/>
              <a:gd name="connsiteX139" fmla="*/ 718884 w 1267969"/>
              <a:gd name="connsiteY139" fmla="*/ 0 h 502193"/>
              <a:gd name="connsiteX140" fmla="*/ 549085 w 1267969"/>
              <a:gd name="connsiteY140" fmla="*/ 0 h 502193"/>
              <a:gd name="connsiteX141" fmla="*/ 588773 w 1267969"/>
              <a:gd name="connsiteY141" fmla="*/ 39688 h 502193"/>
              <a:gd name="connsiteX142" fmla="*/ 549085 w 1267969"/>
              <a:gd name="connsiteY142" fmla="*/ 79376 h 502193"/>
              <a:gd name="connsiteX143" fmla="*/ 509397 w 1267969"/>
              <a:gd name="connsiteY143" fmla="*/ 39688 h 502193"/>
              <a:gd name="connsiteX144" fmla="*/ 549085 w 1267969"/>
              <a:gd name="connsiteY144" fmla="*/ 0 h 502193"/>
              <a:gd name="connsiteX145" fmla="*/ 379286 w 1267969"/>
              <a:gd name="connsiteY145" fmla="*/ 0 h 502193"/>
              <a:gd name="connsiteX146" fmla="*/ 418974 w 1267969"/>
              <a:gd name="connsiteY146" fmla="*/ 39688 h 502193"/>
              <a:gd name="connsiteX147" fmla="*/ 379286 w 1267969"/>
              <a:gd name="connsiteY147" fmla="*/ 79376 h 502193"/>
              <a:gd name="connsiteX148" fmla="*/ 339598 w 1267969"/>
              <a:gd name="connsiteY148" fmla="*/ 39688 h 502193"/>
              <a:gd name="connsiteX149" fmla="*/ 379286 w 1267969"/>
              <a:gd name="connsiteY149" fmla="*/ 0 h 502193"/>
              <a:gd name="connsiteX150" fmla="*/ 209487 w 1267969"/>
              <a:gd name="connsiteY150" fmla="*/ 0 h 502193"/>
              <a:gd name="connsiteX151" fmla="*/ 249175 w 1267969"/>
              <a:gd name="connsiteY151" fmla="*/ 39688 h 502193"/>
              <a:gd name="connsiteX152" fmla="*/ 209487 w 1267969"/>
              <a:gd name="connsiteY152" fmla="*/ 79376 h 502193"/>
              <a:gd name="connsiteX153" fmla="*/ 169799 w 1267969"/>
              <a:gd name="connsiteY153" fmla="*/ 39688 h 502193"/>
              <a:gd name="connsiteX154" fmla="*/ 209487 w 1267969"/>
              <a:gd name="connsiteY154" fmla="*/ 0 h 502193"/>
              <a:gd name="connsiteX155" fmla="*/ 39688 w 1267969"/>
              <a:gd name="connsiteY155" fmla="*/ 0 h 502193"/>
              <a:gd name="connsiteX156" fmla="*/ 79376 w 1267969"/>
              <a:gd name="connsiteY156" fmla="*/ 39688 h 502193"/>
              <a:gd name="connsiteX157" fmla="*/ 39688 w 1267969"/>
              <a:gd name="connsiteY157" fmla="*/ 79376 h 502193"/>
              <a:gd name="connsiteX158" fmla="*/ 0 w 1267969"/>
              <a:gd name="connsiteY158" fmla="*/ 39688 h 502193"/>
              <a:gd name="connsiteX159" fmla="*/ 39688 w 1267969"/>
              <a:gd name="connsiteY159" fmla="*/ 0 h 5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267969" h="502193">
                <a:moveTo>
                  <a:pt x="1228281" y="422817"/>
                </a:moveTo>
                <a:cubicBezTo>
                  <a:pt x="1250200" y="422817"/>
                  <a:pt x="1267969" y="440586"/>
                  <a:pt x="1267969" y="462505"/>
                </a:cubicBezTo>
                <a:cubicBezTo>
                  <a:pt x="1267969" y="484424"/>
                  <a:pt x="1250200" y="502193"/>
                  <a:pt x="1228281" y="502193"/>
                </a:cubicBezTo>
                <a:cubicBezTo>
                  <a:pt x="1206362" y="502193"/>
                  <a:pt x="1188593" y="484424"/>
                  <a:pt x="1188593" y="462505"/>
                </a:cubicBezTo>
                <a:cubicBezTo>
                  <a:pt x="1188593" y="440586"/>
                  <a:pt x="1206362" y="422817"/>
                  <a:pt x="1228281" y="422817"/>
                </a:cubicBezTo>
                <a:close/>
                <a:moveTo>
                  <a:pt x="1058482" y="422817"/>
                </a:moveTo>
                <a:cubicBezTo>
                  <a:pt x="1080401" y="422817"/>
                  <a:pt x="1098170" y="440586"/>
                  <a:pt x="1098170" y="462505"/>
                </a:cubicBezTo>
                <a:cubicBezTo>
                  <a:pt x="1098170" y="484424"/>
                  <a:pt x="1080401" y="502193"/>
                  <a:pt x="1058482" y="502193"/>
                </a:cubicBezTo>
                <a:cubicBezTo>
                  <a:pt x="1036563" y="502193"/>
                  <a:pt x="1018794" y="484424"/>
                  <a:pt x="1018794" y="462505"/>
                </a:cubicBezTo>
                <a:cubicBezTo>
                  <a:pt x="1018794" y="440586"/>
                  <a:pt x="1036563" y="422817"/>
                  <a:pt x="1058482" y="422817"/>
                </a:cubicBezTo>
                <a:close/>
                <a:moveTo>
                  <a:pt x="888683" y="422817"/>
                </a:moveTo>
                <a:cubicBezTo>
                  <a:pt x="910602" y="422817"/>
                  <a:pt x="928371" y="440586"/>
                  <a:pt x="928371" y="462505"/>
                </a:cubicBezTo>
                <a:cubicBezTo>
                  <a:pt x="928371" y="484424"/>
                  <a:pt x="910602" y="502193"/>
                  <a:pt x="888683" y="502193"/>
                </a:cubicBezTo>
                <a:cubicBezTo>
                  <a:pt x="866764" y="502193"/>
                  <a:pt x="848995" y="484424"/>
                  <a:pt x="848995" y="462505"/>
                </a:cubicBezTo>
                <a:cubicBezTo>
                  <a:pt x="848995" y="440586"/>
                  <a:pt x="866764" y="422817"/>
                  <a:pt x="888683" y="422817"/>
                </a:cubicBezTo>
                <a:close/>
                <a:moveTo>
                  <a:pt x="718884" y="422817"/>
                </a:moveTo>
                <a:cubicBezTo>
                  <a:pt x="740803" y="422817"/>
                  <a:pt x="758572" y="440586"/>
                  <a:pt x="758572" y="462505"/>
                </a:cubicBezTo>
                <a:cubicBezTo>
                  <a:pt x="758572" y="484424"/>
                  <a:pt x="740803" y="502193"/>
                  <a:pt x="718884" y="502193"/>
                </a:cubicBezTo>
                <a:cubicBezTo>
                  <a:pt x="696965" y="502193"/>
                  <a:pt x="679196" y="484424"/>
                  <a:pt x="679196" y="462505"/>
                </a:cubicBezTo>
                <a:cubicBezTo>
                  <a:pt x="679196" y="440586"/>
                  <a:pt x="696965" y="422817"/>
                  <a:pt x="718884" y="422817"/>
                </a:cubicBezTo>
                <a:close/>
                <a:moveTo>
                  <a:pt x="549085" y="422817"/>
                </a:moveTo>
                <a:cubicBezTo>
                  <a:pt x="571004" y="422817"/>
                  <a:pt x="588773" y="440586"/>
                  <a:pt x="588773" y="462505"/>
                </a:cubicBezTo>
                <a:cubicBezTo>
                  <a:pt x="588773" y="484424"/>
                  <a:pt x="571004" y="502193"/>
                  <a:pt x="549085" y="502193"/>
                </a:cubicBezTo>
                <a:cubicBezTo>
                  <a:pt x="527166" y="502193"/>
                  <a:pt x="509397" y="484424"/>
                  <a:pt x="509397" y="462505"/>
                </a:cubicBezTo>
                <a:cubicBezTo>
                  <a:pt x="509397" y="440586"/>
                  <a:pt x="527166" y="422817"/>
                  <a:pt x="549085" y="422817"/>
                </a:cubicBezTo>
                <a:close/>
                <a:moveTo>
                  <a:pt x="379286" y="422817"/>
                </a:moveTo>
                <a:cubicBezTo>
                  <a:pt x="401205" y="422817"/>
                  <a:pt x="418974" y="440586"/>
                  <a:pt x="418974" y="462505"/>
                </a:cubicBezTo>
                <a:cubicBezTo>
                  <a:pt x="418974" y="484424"/>
                  <a:pt x="401205" y="502193"/>
                  <a:pt x="379286" y="502193"/>
                </a:cubicBezTo>
                <a:cubicBezTo>
                  <a:pt x="357367" y="502193"/>
                  <a:pt x="339598" y="484424"/>
                  <a:pt x="339598" y="462505"/>
                </a:cubicBezTo>
                <a:cubicBezTo>
                  <a:pt x="339598" y="440586"/>
                  <a:pt x="357367" y="422817"/>
                  <a:pt x="379286" y="422817"/>
                </a:cubicBezTo>
                <a:close/>
                <a:moveTo>
                  <a:pt x="209487" y="422817"/>
                </a:moveTo>
                <a:cubicBezTo>
                  <a:pt x="231406" y="422817"/>
                  <a:pt x="249175" y="440586"/>
                  <a:pt x="249175" y="462505"/>
                </a:cubicBezTo>
                <a:cubicBezTo>
                  <a:pt x="249175" y="484424"/>
                  <a:pt x="231406" y="502193"/>
                  <a:pt x="209487" y="502193"/>
                </a:cubicBezTo>
                <a:cubicBezTo>
                  <a:pt x="187568" y="502193"/>
                  <a:pt x="169799" y="484424"/>
                  <a:pt x="169799" y="462505"/>
                </a:cubicBezTo>
                <a:cubicBezTo>
                  <a:pt x="169799" y="440586"/>
                  <a:pt x="187568" y="422817"/>
                  <a:pt x="209487" y="422817"/>
                </a:cubicBezTo>
                <a:close/>
                <a:moveTo>
                  <a:pt x="39688" y="422817"/>
                </a:moveTo>
                <a:cubicBezTo>
                  <a:pt x="61607" y="422817"/>
                  <a:pt x="79376" y="440586"/>
                  <a:pt x="79376" y="462505"/>
                </a:cubicBezTo>
                <a:cubicBezTo>
                  <a:pt x="79376" y="484424"/>
                  <a:pt x="61607" y="502193"/>
                  <a:pt x="39688" y="502193"/>
                </a:cubicBezTo>
                <a:cubicBezTo>
                  <a:pt x="17769" y="502193"/>
                  <a:pt x="0" y="484424"/>
                  <a:pt x="0" y="462505"/>
                </a:cubicBezTo>
                <a:cubicBezTo>
                  <a:pt x="0" y="440586"/>
                  <a:pt x="17769" y="422817"/>
                  <a:pt x="39688" y="422817"/>
                </a:cubicBezTo>
                <a:close/>
                <a:moveTo>
                  <a:pt x="1228281" y="281878"/>
                </a:moveTo>
                <a:cubicBezTo>
                  <a:pt x="1250200" y="281878"/>
                  <a:pt x="1267969" y="299647"/>
                  <a:pt x="1267969" y="321566"/>
                </a:cubicBezTo>
                <a:cubicBezTo>
                  <a:pt x="1267969" y="343485"/>
                  <a:pt x="1250200" y="361254"/>
                  <a:pt x="1228281" y="361254"/>
                </a:cubicBezTo>
                <a:cubicBezTo>
                  <a:pt x="1206362" y="361254"/>
                  <a:pt x="1188593" y="343485"/>
                  <a:pt x="1188593" y="321566"/>
                </a:cubicBezTo>
                <a:cubicBezTo>
                  <a:pt x="1188593" y="299647"/>
                  <a:pt x="1206362" y="281878"/>
                  <a:pt x="1228281" y="281878"/>
                </a:cubicBezTo>
                <a:close/>
                <a:moveTo>
                  <a:pt x="1058482" y="281878"/>
                </a:moveTo>
                <a:cubicBezTo>
                  <a:pt x="1080401" y="281878"/>
                  <a:pt x="1098170" y="299647"/>
                  <a:pt x="1098170" y="321566"/>
                </a:cubicBezTo>
                <a:cubicBezTo>
                  <a:pt x="1098170" y="343485"/>
                  <a:pt x="1080401" y="361254"/>
                  <a:pt x="1058482" y="361254"/>
                </a:cubicBezTo>
                <a:cubicBezTo>
                  <a:pt x="1036563" y="361254"/>
                  <a:pt x="1018794" y="343485"/>
                  <a:pt x="1018794" y="321566"/>
                </a:cubicBezTo>
                <a:cubicBezTo>
                  <a:pt x="1018794" y="299647"/>
                  <a:pt x="1036563" y="281878"/>
                  <a:pt x="1058482" y="281878"/>
                </a:cubicBezTo>
                <a:close/>
                <a:moveTo>
                  <a:pt x="888683" y="281878"/>
                </a:moveTo>
                <a:cubicBezTo>
                  <a:pt x="910602" y="281878"/>
                  <a:pt x="928371" y="299647"/>
                  <a:pt x="928371" y="321566"/>
                </a:cubicBezTo>
                <a:cubicBezTo>
                  <a:pt x="928371" y="343485"/>
                  <a:pt x="910602" y="361254"/>
                  <a:pt x="888683" y="361254"/>
                </a:cubicBezTo>
                <a:cubicBezTo>
                  <a:pt x="866764" y="361254"/>
                  <a:pt x="848995" y="343485"/>
                  <a:pt x="848995" y="321566"/>
                </a:cubicBezTo>
                <a:cubicBezTo>
                  <a:pt x="848995" y="299647"/>
                  <a:pt x="866764" y="281878"/>
                  <a:pt x="888683" y="281878"/>
                </a:cubicBezTo>
                <a:close/>
                <a:moveTo>
                  <a:pt x="718884" y="281878"/>
                </a:moveTo>
                <a:cubicBezTo>
                  <a:pt x="740803" y="281878"/>
                  <a:pt x="758572" y="299647"/>
                  <a:pt x="758572" y="321566"/>
                </a:cubicBezTo>
                <a:cubicBezTo>
                  <a:pt x="758572" y="343485"/>
                  <a:pt x="740803" y="361254"/>
                  <a:pt x="718884" y="361254"/>
                </a:cubicBezTo>
                <a:cubicBezTo>
                  <a:pt x="696965" y="361254"/>
                  <a:pt x="679196" y="343485"/>
                  <a:pt x="679196" y="321566"/>
                </a:cubicBezTo>
                <a:cubicBezTo>
                  <a:pt x="679196" y="299647"/>
                  <a:pt x="696965" y="281878"/>
                  <a:pt x="718884" y="281878"/>
                </a:cubicBezTo>
                <a:close/>
                <a:moveTo>
                  <a:pt x="549085" y="281878"/>
                </a:moveTo>
                <a:cubicBezTo>
                  <a:pt x="571004" y="281878"/>
                  <a:pt x="588773" y="299647"/>
                  <a:pt x="588773" y="321566"/>
                </a:cubicBezTo>
                <a:cubicBezTo>
                  <a:pt x="588773" y="343485"/>
                  <a:pt x="571004" y="361254"/>
                  <a:pt x="549085" y="361254"/>
                </a:cubicBezTo>
                <a:cubicBezTo>
                  <a:pt x="527166" y="361254"/>
                  <a:pt x="509397" y="343485"/>
                  <a:pt x="509397" y="321566"/>
                </a:cubicBezTo>
                <a:cubicBezTo>
                  <a:pt x="509397" y="299647"/>
                  <a:pt x="527166" y="281878"/>
                  <a:pt x="549085" y="281878"/>
                </a:cubicBezTo>
                <a:close/>
                <a:moveTo>
                  <a:pt x="379286" y="281878"/>
                </a:moveTo>
                <a:cubicBezTo>
                  <a:pt x="401205" y="281878"/>
                  <a:pt x="418974" y="299647"/>
                  <a:pt x="418974" y="321566"/>
                </a:cubicBezTo>
                <a:cubicBezTo>
                  <a:pt x="418974" y="343485"/>
                  <a:pt x="401205" y="361254"/>
                  <a:pt x="379286" y="361254"/>
                </a:cubicBezTo>
                <a:cubicBezTo>
                  <a:pt x="357367" y="361254"/>
                  <a:pt x="339598" y="343485"/>
                  <a:pt x="339598" y="321566"/>
                </a:cubicBezTo>
                <a:cubicBezTo>
                  <a:pt x="339598" y="299647"/>
                  <a:pt x="357367" y="281878"/>
                  <a:pt x="379286" y="281878"/>
                </a:cubicBezTo>
                <a:close/>
                <a:moveTo>
                  <a:pt x="209487" y="281878"/>
                </a:moveTo>
                <a:cubicBezTo>
                  <a:pt x="231406" y="281878"/>
                  <a:pt x="249175" y="299647"/>
                  <a:pt x="249175" y="321566"/>
                </a:cubicBezTo>
                <a:cubicBezTo>
                  <a:pt x="249175" y="343485"/>
                  <a:pt x="231406" y="361254"/>
                  <a:pt x="209487" y="361254"/>
                </a:cubicBezTo>
                <a:cubicBezTo>
                  <a:pt x="187568" y="361254"/>
                  <a:pt x="169799" y="343485"/>
                  <a:pt x="169799" y="321566"/>
                </a:cubicBezTo>
                <a:cubicBezTo>
                  <a:pt x="169799" y="299647"/>
                  <a:pt x="187568" y="281878"/>
                  <a:pt x="209487" y="281878"/>
                </a:cubicBezTo>
                <a:close/>
                <a:moveTo>
                  <a:pt x="39688" y="281878"/>
                </a:moveTo>
                <a:cubicBezTo>
                  <a:pt x="61607" y="281878"/>
                  <a:pt x="79376" y="299647"/>
                  <a:pt x="79376" y="321566"/>
                </a:cubicBezTo>
                <a:cubicBezTo>
                  <a:pt x="79376" y="343485"/>
                  <a:pt x="61607" y="361254"/>
                  <a:pt x="39688" y="361254"/>
                </a:cubicBezTo>
                <a:cubicBezTo>
                  <a:pt x="17769" y="361254"/>
                  <a:pt x="0" y="343485"/>
                  <a:pt x="0" y="321566"/>
                </a:cubicBezTo>
                <a:cubicBezTo>
                  <a:pt x="0" y="299647"/>
                  <a:pt x="17769" y="281878"/>
                  <a:pt x="39688" y="281878"/>
                </a:cubicBezTo>
                <a:close/>
                <a:moveTo>
                  <a:pt x="1228281" y="140939"/>
                </a:moveTo>
                <a:cubicBezTo>
                  <a:pt x="1250200" y="140939"/>
                  <a:pt x="1267969" y="158708"/>
                  <a:pt x="1267969" y="180627"/>
                </a:cubicBezTo>
                <a:cubicBezTo>
                  <a:pt x="1267969" y="202546"/>
                  <a:pt x="1250200" y="220315"/>
                  <a:pt x="1228281" y="220315"/>
                </a:cubicBezTo>
                <a:cubicBezTo>
                  <a:pt x="1206362" y="220315"/>
                  <a:pt x="1188593" y="202546"/>
                  <a:pt x="1188593" y="180627"/>
                </a:cubicBezTo>
                <a:cubicBezTo>
                  <a:pt x="1188593" y="158708"/>
                  <a:pt x="1206362" y="140939"/>
                  <a:pt x="1228281" y="140939"/>
                </a:cubicBezTo>
                <a:close/>
                <a:moveTo>
                  <a:pt x="1058482" y="140939"/>
                </a:moveTo>
                <a:cubicBezTo>
                  <a:pt x="1080401" y="140939"/>
                  <a:pt x="1098170" y="158708"/>
                  <a:pt x="1098170" y="180627"/>
                </a:cubicBezTo>
                <a:cubicBezTo>
                  <a:pt x="1098170" y="202546"/>
                  <a:pt x="1080401" y="220315"/>
                  <a:pt x="1058482" y="220315"/>
                </a:cubicBezTo>
                <a:cubicBezTo>
                  <a:pt x="1036563" y="220315"/>
                  <a:pt x="1018794" y="202546"/>
                  <a:pt x="1018794" y="180627"/>
                </a:cubicBezTo>
                <a:cubicBezTo>
                  <a:pt x="1018794" y="158708"/>
                  <a:pt x="1036563" y="140939"/>
                  <a:pt x="1058482" y="140939"/>
                </a:cubicBezTo>
                <a:close/>
                <a:moveTo>
                  <a:pt x="888683" y="140939"/>
                </a:moveTo>
                <a:cubicBezTo>
                  <a:pt x="910602" y="140939"/>
                  <a:pt x="928371" y="158708"/>
                  <a:pt x="928371" y="180627"/>
                </a:cubicBezTo>
                <a:cubicBezTo>
                  <a:pt x="928371" y="202546"/>
                  <a:pt x="910602" y="220315"/>
                  <a:pt x="888683" y="220315"/>
                </a:cubicBezTo>
                <a:cubicBezTo>
                  <a:pt x="866764" y="220315"/>
                  <a:pt x="848995" y="202546"/>
                  <a:pt x="848995" y="180627"/>
                </a:cubicBezTo>
                <a:cubicBezTo>
                  <a:pt x="848995" y="158708"/>
                  <a:pt x="866764" y="140939"/>
                  <a:pt x="888683" y="140939"/>
                </a:cubicBezTo>
                <a:close/>
                <a:moveTo>
                  <a:pt x="718884" y="140939"/>
                </a:moveTo>
                <a:cubicBezTo>
                  <a:pt x="740803" y="140939"/>
                  <a:pt x="758572" y="158708"/>
                  <a:pt x="758572" y="180627"/>
                </a:cubicBezTo>
                <a:cubicBezTo>
                  <a:pt x="758572" y="202546"/>
                  <a:pt x="740803" y="220315"/>
                  <a:pt x="718884" y="220315"/>
                </a:cubicBezTo>
                <a:cubicBezTo>
                  <a:pt x="696965" y="220315"/>
                  <a:pt x="679196" y="202546"/>
                  <a:pt x="679196" y="180627"/>
                </a:cubicBezTo>
                <a:cubicBezTo>
                  <a:pt x="679196" y="158708"/>
                  <a:pt x="696965" y="140939"/>
                  <a:pt x="718884" y="140939"/>
                </a:cubicBezTo>
                <a:close/>
                <a:moveTo>
                  <a:pt x="549085" y="140939"/>
                </a:moveTo>
                <a:cubicBezTo>
                  <a:pt x="571004" y="140939"/>
                  <a:pt x="588773" y="158708"/>
                  <a:pt x="588773" y="180627"/>
                </a:cubicBezTo>
                <a:cubicBezTo>
                  <a:pt x="588773" y="202546"/>
                  <a:pt x="571004" y="220315"/>
                  <a:pt x="549085" y="220315"/>
                </a:cubicBezTo>
                <a:cubicBezTo>
                  <a:pt x="527166" y="220315"/>
                  <a:pt x="509397" y="202546"/>
                  <a:pt x="509397" y="180627"/>
                </a:cubicBezTo>
                <a:cubicBezTo>
                  <a:pt x="509397" y="158708"/>
                  <a:pt x="527166" y="140939"/>
                  <a:pt x="549085" y="140939"/>
                </a:cubicBezTo>
                <a:close/>
                <a:moveTo>
                  <a:pt x="379286" y="140939"/>
                </a:moveTo>
                <a:cubicBezTo>
                  <a:pt x="401205" y="140939"/>
                  <a:pt x="418974" y="158708"/>
                  <a:pt x="418974" y="180627"/>
                </a:cubicBezTo>
                <a:cubicBezTo>
                  <a:pt x="418974" y="202546"/>
                  <a:pt x="401205" y="220315"/>
                  <a:pt x="379286" y="220315"/>
                </a:cubicBezTo>
                <a:cubicBezTo>
                  <a:pt x="357367" y="220315"/>
                  <a:pt x="339598" y="202546"/>
                  <a:pt x="339598" y="180627"/>
                </a:cubicBezTo>
                <a:cubicBezTo>
                  <a:pt x="339598" y="158708"/>
                  <a:pt x="357367" y="140939"/>
                  <a:pt x="379286" y="140939"/>
                </a:cubicBezTo>
                <a:close/>
                <a:moveTo>
                  <a:pt x="209487" y="140939"/>
                </a:moveTo>
                <a:cubicBezTo>
                  <a:pt x="231406" y="140939"/>
                  <a:pt x="249175" y="158708"/>
                  <a:pt x="249175" y="180627"/>
                </a:cubicBezTo>
                <a:cubicBezTo>
                  <a:pt x="249175" y="202546"/>
                  <a:pt x="231406" y="220315"/>
                  <a:pt x="209487" y="220315"/>
                </a:cubicBezTo>
                <a:cubicBezTo>
                  <a:pt x="187568" y="220315"/>
                  <a:pt x="169799" y="202546"/>
                  <a:pt x="169799" y="180627"/>
                </a:cubicBezTo>
                <a:cubicBezTo>
                  <a:pt x="169799" y="158708"/>
                  <a:pt x="187568" y="140939"/>
                  <a:pt x="209487" y="140939"/>
                </a:cubicBezTo>
                <a:close/>
                <a:moveTo>
                  <a:pt x="39688" y="140939"/>
                </a:moveTo>
                <a:cubicBezTo>
                  <a:pt x="61607" y="140939"/>
                  <a:pt x="79376" y="158708"/>
                  <a:pt x="79376" y="180627"/>
                </a:cubicBezTo>
                <a:cubicBezTo>
                  <a:pt x="79376" y="202546"/>
                  <a:pt x="61607" y="220315"/>
                  <a:pt x="39688" y="220315"/>
                </a:cubicBezTo>
                <a:cubicBezTo>
                  <a:pt x="17769" y="220315"/>
                  <a:pt x="0" y="202546"/>
                  <a:pt x="0" y="180627"/>
                </a:cubicBezTo>
                <a:cubicBezTo>
                  <a:pt x="0" y="158708"/>
                  <a:pt x="17769" y="140939"/>
                  <a:pt x="39688" y="140939"/>
                </a:cubicBezTo>
                <a:close/>
                <a:moveTo>
                  <a:pt x="1228281" y="0"/>
                </a:moveTo>
                <a:cubicBezTo>
                  <a:pt x="1250200" y="0"/>
                  <a:pt x="1267969" y="17769"/>
                  <a:pt x="1267969" y="39688"/>
                </a:cubicBezTo>
                <a:cubicBezTo>
                  <a:pt x="1267969" y="61607"/>
                  <a:pt x="1250200" y="79376"/>
                  <a:pt x="1228281" y="79376"/>
                </a:cubicBezTo>
                <a:cubicBezTo>
                  <a:pt x="1206362" y="79376"/>
                  <a:pt x="1188593" y="61607"/>
                  <a:pt x="1188593" y="39688"/>
                </a:cubicBezTo>
                <a:cubicBezTo>
                  <a:pt x="1188593" y="17769"/>
                  <a:pt x="1206362" y="0"/>
                  <a:pt x="1228281" y="0"/>
                </a:cubicBezTo>
                <a:close/>
                <a:moveTo>
                  <a:pt x="1058482" y="0"/>
                </a:moveTo>
                <a:cubicBezTo>
                  <a:pt x="1080401" y="0"/>
                  <a:pt x="1098170" y="17769"/>
                  <a:pt x="1098170" y="39688"/>
                </a:cubicBezTo>
                <a:cubicBezTo>
                  <a:pt x="1098170" y="61607"/>
                  <a:pt x="1080401" y="79376"/>
                  <a:pt x="1058482" y="79376"/>
                </a:cubicBezTo>
                <a:cubicBezTo>
                  <a:pt x="1036563" y="79376"/>
                  <a:pt x="1018794" y="61607"/>
                  <a:pt x="1018794" y="39688"/>
                </a:cubicBezTo>
                <a:cubicBezTo>
                  <a:pt x="1018794" y="17769"/>
                  <a:pt x="1036563" y="0"/>
                  <a:pt x="1058482" y="0"/>
                </a:cubicBezTo>
                <a:close/>
                <a:moveTo>
                  <a:pt x="888683" y="0"/>
                </a:moveTo>
                <a:cubicBezTo>
                  <a:pt x="910602" y="0"/>
                  <a:pt x="928371" y="17769"/>
                  <a:pt x="928371" y="39688"/>
                </a:cubicBezTo>
                <a:cubicBezTo>
                  <a:pt x="928371" y="61607"/>
                  <a:pt x="910602" y="79376"/>
                  <a:pt x="888683" y="79376"/>
                </a:cubicBezTo>
                <a:cubicBezTo>
                  <a:pt x="866764" y="79376"/>
                  <a:pt x="848995" y="61607"/>
                  <a:pt x="848995" y="39688"/>
                </a:cubicBezTo>
                <a:cubicBezTo>
                  <a:pt x="848995" y="17769"/>
                  <a:pt x="866764" y="0"/>
                  <a:pt x="888683" y="0"/>
                </a:cubicBezTo>
                <a:close/>
                <a:moveTo>
                  <a:pt x="718884" y="0"/>
                </a:moveTo>
                <a:cubicBezTo>
                  <a:pt x="740803" y="0"/>
                  <a:pt x="758572" y="17769"/>
                  <a:pt x="758572" y="39688"/>
                </a:cubicBezTo>
                <a:cubicBezTo>
                  <a:pt x="758572" y="61607"/>
                  <a:pt x="740803" y="79376"/>
                  <a:pt x="718884" y="79376"/>
                </a:cubicBezTo>
                <a:cubicBezTo>
                  <a:pt x="696965" y="79376"/>
                  <a:pt x="679196" y="61607"/>
                  <a:pt x="679196" y="39688"/>
                </a:cubicBezTo>
                <a:cubicBezTo>
                  <a:pt x="679196" y="17769"/>
                  <a:pt x="696965" y="0"/>
                  <a:pt x="718884" y="0"/>
                </a:cubicBezTo>
                <a:close/>
                <a:moveTo>
                  <a:pt x="549085" y="0"/>
                </a:moveTo>
                <a:cubicBezTo>
                  <a:pt x="571004" y="0"/>
                  <a:pt x="588773" y="17769"/>
                  <a:pt x="588773" y="39688"/>
                </a:cubicBezTo>
                <a:cubicBezTo>
                  <a:pt x="588773" y="61607"/>
                  <a:pt x="571004" y="79376"/>
                  <a:pt x="549085" y="79376"/>
                </a:cubicBezTo>
                <a:cubicBezTo>
                  <a:pt x="527166" y="79376"/>
                  <a:pt x="509397" y="61607"/>
                  <a:pt x="509397" y="39688"/>
                </a:cubicBezTo>
                <a:cubicBezTo>
                  <a:pt x="509397" y="17769"/>
                  <a:pt x="527166" y="0"/>
                  <a:pt x="549085" y="0"/>
                </a:cubicBezTo>
                <a:close/>
                <a:moveTo>
                  <a:pt x="379286" y="0"/>
                </a:moveTo>
                <a:cubicBezTo>
                  <a:pt x="401205" y="0"/>
                  <a:pt x="418974" y="17769"/>
                  <a:pt x="418974" y="39688"/>
                </a:cubicBezTo>
                <a:cubicBezTo>
                  <a:pt x="418974" y="61607"/>
                  <a:pt x="401205" y="79376"/>
                  <a:pt x="379286" y="79376"/>
                </a:cubicBezTo>
                <a:cubicBezTo>
                  <a:pt x="357367" y="79376"/>
                  <a:pt x="339598" y="61607"/>
                  <a:pt x="339598" y="39688"/>
                </a:cubicBezTo>
                <a:cubicBezTo>
                  <a:pt x="339598" y="17769"/>
                  <a:pt x="357367" y="0"/>
                  <a:pt x="379286" y="0"/>
                </a:cubicBezTo>
                <a:close/>
                <a:moveTo>
                  <a:pt x="209487" y="0"/>
                </a:moveTo>
                <a:cubicBezTo>
                  <a:pt x="231406" y="0"/>
                  <a:pt x="249175" y="17769"/>
                  <a:pt x="249175" y="39688"/>
                </a:cubicBezTo>
                <a:cubicBezTo>
                  <a:pt x="249175" y="61607"/>
                  <a:pt x="231406" y="79376"/>
                  <a:pt x="209487" y="79376"/>
                </a:cubicBezTo>
                <a:cubicBezTo>
                  <a:pt x="187568" y="79376"/>
                  <a:pt x="169799" y="61607"/>
                  <a:pt x="169799" y="39688"/>
                </a:cubicBezTo>
                <a:cubicBezTo>
                  <a:pt x="169799" y="17769"/>
                  <a:pt x="187568" y="0"/>
                  <a:pt x="209487" y="0"/>
                </a:cubicBezTo>
                <a:close/>
                <a:moveTo>
                  <a:pt x="39688" y="0"/>
                </a:moveTo>
                <a:cubicBezTo>
                  <a:pt x="61607" y="0"/>
                  <a:pt x="79376" y="17769"/>
                  <a:pt x="79376" y="39688"/>
                </a:cubicBezTo>
                <a:cubicBezTo>
                  <a:pt x="79376" y="61607"/>
                  <a:pt x="61607" y="79376"/>
                  <a:pt x="39688" y="79376"/>
                </a:cubicBezTo>
                <a:cubicBezTo>
                  <a:pt x="17769" y="79376"/>
                  <a:pt x="0" y="61607"/>
                  <a:pt x="0" y="39688"/>
                </a:cubicBezTo>
                <a:cubicBezTo>
                  <a:pt x="0" y="17769"/>
                  <a:pt x="17769" y="0"/>
                  <a:pt x="3968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/>
          <a:srcRect l="13952" t="4910" r="10882" b="10539"/>
          <a:stretch>
            <a:fillRect/>
          </a:stretch>
        </p:blipFill>
        <p:spPr>
          <a:xfrm>
            <a:off x="615339" y="1286337"/>
            <a:ext cx="5103219" cy="41736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5156835" y="1325245"/>
            <a:ext cx="5955665" cy="2451100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0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8232500" y="5140099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0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image" Target="../media/image7.png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cstate="print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1243" y="284651"/>
            <a:ext cx="913256" cy="836122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image" Target="../media/image8.png"/><Relationship Id="rId1" Type="http://schemas.openxmlformats.org/officeDocument/2006/relationships/tags" Target="../tags/tag11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tags" Target="../tags/tag124.xml"/><Relationship Id="rId2" Type="http://schemas.openxmlformats.org/officeDocument/2006/relationships/image" Target="../media/image8.png"/><Relationship Id="rId1" Type="http://schemas.openxmlformats.org/officeDocument/2006/relationships/tags" Target="../tags/tag12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tags" Target="../tags/tag128.xml"/><Relationship Id="rId4" Type="http://schemas.openxmlformats.org/officeDocument/2006/relationships/image" Target="../media/image9.jpe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tags" Target="../tags/tag130.xml"/><Relationship Id="rId2" Type="http://schemas.openxmlformats.org/officeDocument/2006/relationships/image" Target="../media/image9.jpeg"/><Relationship Id="rId1" Type="http://schemas.openxmlformats.org/officeDocument/2006/relationships/tags" Target="../tags/tag1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image" Target="../media/image14.jpeg"/><Relationship Id="rId7" Type="http://schemas.openxmlformats.org/officeDocument/2006/relationships/image" Target="../media/image13.jpeg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0" Type="http://schemas.openxmlformats.org/officeDocument/2006/relationships/slideLayout" Target="../slideLayouts/slideLayout16.xml"/><Relationship Id="rId1" Type="http://schemas.openxmlformats.org/officeDocument/2006/relationships/tags" Target="../tags/tag13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tags" Target="../tags/tag137.xml"/><Relationship Id="rId3" Type="http://schemas.openxmlformats.org/officeDocument/2006/relationships/image" Target="../media/image15.jpeg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tags" Target="../tags/tag140.xml"/><Relationship Id="rId3" Type="http://schemas.openxmlformats.org/officeDocument/2006/relationships/image" Target="../media/image16.jpe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tags" Target="../tags/tag143.xml"/><Relationship Id="rId3" Type="http://schemas.openxmlformats.org/officeDocument/2006/relationships/image" Target="../media/image17.jpeg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147.xml"/><Relationship Id="rId4" Type="http://schemas.openxmlformats.org/officeDocument/2006/relationships/image" Target="../media/image18.jpeg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151.xml"/><Relationship Id="rId4" Type="http://schemas.openxmlformats.org/officeDocument/2006/relationships/image" Target="../media/image19.jpeg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image" Target="../media/image20.jpe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23"/>
          <p:cNvSpPr txBox="1"/>
          <p:nvPr>
            <p:custDataLst>
              <p:tags r:id="rId1"/>
            </p:custDataLst>
          </p:nvPr>
        </p:nvSpPr>
        <p:spPr>
          <a:xfrm>
            <a:off x="1259840" y="53473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Phạm</a:t>
            </a:r>
            <a:r>
              <a:rPr b="1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Thanh</a:t>
            </a:r>
            <a:r>
              <a:rPr b="1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Phong</a:t>
            </a:r>
            <a:r>
              <a:rPr b="1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b="1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22050001</a:t>
            </a:r>
            <a:endParaRPr b="1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Nguyễn</a:t>
            </a:r>
            <a:r>
              <a:rPr b="1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Văn</a:t>
            </a:r>
            <a:r>
              <a:rPr b="1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Khánh</a:t>
            </a:r>
            <a:r>
              <a:rPr b="1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b="1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22050079</a:t>
            </a:r>
            <a:endParaRPr b="1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Võ</a:t>
            </a:r>
            <a:r>
              <a:rPr b="1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Anh</a:t>
            </a:r>
            <a:r>
              <a:rPr b="1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Hiệp</a:t>
            </a:r>
            <a:r>
              <a:rPr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b="1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22050104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76985" y="519430"/>
            <a:ext cx="10385425" cy="1581150"/>
          </a:xfrm>
        </p:spPr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en-US" sz="4800">
                <a:latin typeface="Times New Roman" panose="02020603050405020304" charset="0"/>
                <a:ea typeface="+mj-ea"/>
                <a:cs typeface="Times New Roman" panose="02020603050405020304" charset="0"/>
              </a:rPr>
              <a:t>XÂY DỰNG HTTT TRÊN CÁC FRAMEWORK</a:t>
            </a:r>
            <a:endParaRPr lang="en-US" altLang="en-US" sz="48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21" name="副标题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276985" y="2249805"/>
            <a:ext cx="5140325" cy="652780"/>
          </a:xfrm>
        </p:spPr>
        <p:txBody>
          <a:bodyPr>
            <a:normAutofit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sz="2400">
                <a:latin typeface="Times New Roman" panose="02020603050405020304" charset="0"/>
                <a:ea typeface="+mn-ea"/>
                <a:cs typeface="Times New Roman" panose="02020603050405020304" charset="0"/>
              </a:rPr>
              <a:t>Đề tài: </a:t>
            </a:r>
            <a:r>
              <a:rPr lang="en-US" sz="2400" dirty="0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HỆ THỐNG ĐẶT BÀN ĂN TRỰC TUYẾN</a:t>
            </a:r>
            <a:endParaRPr lang="en-US" sz="2400" dirty="0"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3" name="文本占位符 20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>
          <a:xfrm>
            <a:off x="1259652" y="4716876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/>
          <a:p>
            <a:r>
              <a:rPr altLang="en-US">
                <a:latin typeface="Times New Roman" panose="02020603050405020304" charset="0"/>
                <a:ea typeface="+mn-ea"/>
                <a:cs typeface="Times New Roman" panose="02020603050405020304" charset="0"/>
              </a:rPr>
              <a:t>Thành viên</a:t>
            </a:r>
            <a:endParaRPr altLang="en-US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92455" y="82550"/>
            <a:ext cx="10515600" cy="7061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vi-VN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HIỆN TRẠNG VÀ CƠ HỘI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GB"/>
              <a:t>Vấn </a:t>
            </a:r>
            <a:r>
              <a:rPr lang="en-US" altLang="en-US"/>
              <a:t>đ</a:t>
            </a:r>
            <a:r>
              <a:rPr lang="en-US" altLang="en-GB"/>
              <a:t>ề của quy tr</a:t>
            </a:r>
            <a:r>
              <a:rPr lang="en-US" altLang="en-US"/>
              <a:t>ì</a:t>
            </a:r>
            <a:r>
              <a:rPr lang="en-US" altLang="en-GB"/>
              <a:t>nh thủ công</a:t>
            </a:r>
            <a:endParaRPr lang="en-US" altLang="en-GB"/>
          </a:p>
        </p:txBody>
      </p:sp>
      <p:sp>
        <p:nvSpPr>
          <p:cNvPr id="16" name="Content Placeholder 15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155"/>
            <a:ext cx="5492115" cy="4300220"/>
          </a:xfrm>
        </p:spPr>
        <p:txBody>
          <a:bodyPr>
            <a:normAutofit fontScale="90000"/>
          </a:bodyPr>
          <a:p>
            <a:pPr algn="just">
              <a:defRPr sz="2000"/>
            </a:pP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Đối với Nhà hàng:</a:t>
            </a:r>
            <a:endParaRPr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 algn="just">
              <a:defRPr sz="2000"/>
            </a:pPr>
            <a:r>
              <a:rPr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Dễ sai sót: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 Quên lịch, trùng lịch (overbooking) giờ cao điểm.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 algn="just">
              <a:defRPr sz="2000"/>
            </a:pPr>
            <a:r>
              <a:rPr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Khó quản lý: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 Không nắm bắt được trạng thái bàn thực tế.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 algn="just">
              <a:defRPr sz="2000"/>
            </a:pPr>
            <a:r>
              <a:rPr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Hiệu suất thấp: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 Khó tối ưu hóa công suất phục vụ.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defRPr sz="2000"/>
            </a:pP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Đối với Khách hàng:</a:t>
            </a:r>
            <a:endParaRPr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 algn="just">
              <a:defRPr sz="2000"/>
            </a:pPr>
            <a:r>
              <a:rPr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Tốn thời gian: 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Phải gọi điện từng nơi, chờ xác nhận.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 algn="just">
              <a:defRPr sz="2000"/>
            </a:pPr>
            <a:r>
              <a:rPr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Thiếu thông tin: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 Khó so sánh menu, giá cả, không gian.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 algn="just">
              <a:defRPr sz="2000"/>
            </a:pPr>
            <a:r>
              <a:rPr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Thụ động: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 Không theo dõi được trạng thái đơn 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788785" y="1301750"/>
            <a:ext cx="5323840" cy="411303"/>
          </a:xfrm>
        </p:spPr>
        <p:txBody>
          <a:bodyPr>
            <a:normAutofit lnSpcReduction="20000"/>
          </a:bodyPr>
          <a:p>
            <a:r>
              <a:rPr lang="en-US" altLang="en-GB"/>
              <a:t>C</a:t>
            </a:r>
            <a:r>
              <a:rPr lang="en-US" altLang="en-US"/>
              <a:t>ơ</a:t>
            </a:r>
            <a:r>
              <a:rPr lang="en-US" altLang="en-GB"/>
              <a:t> hội </a:t>
            </a:r>
            <a:r>
              <a:rPr lang="en-US" altLang="en-US"/>
              <a:t>đ</a:t>
            </a:r>
            <a:r>
              <a:rPr lang="en-US" altLang="en-GB"/>
              <a:t>ặt ra</a:t>
            </a:r>
            <a:endParaRPr lang="en-US" altLang="en-GB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650355" y="1875099"/>
            <a:ext cx="5323840" cy="4300276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Xây dựng một nền tảng trung gian kết nối hiệu quả giữa khách hàng và các nhà hàng vừa và nhỏ.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Mục tiêu: Giảm thiểu sai sót, tối ưu hóa quản lý cho nhà hàng và nâng cao trải nghiệm tiện lợi cho khách hàng trong môi trường số.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102190"/>
            <a:ext cx="10800000" cy="720000"/>
          </a:xfrm>
        </p:spPr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Mục tiêu đề tài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defRPr sz="2000"/>
            </a:pPr>
            <a:r>
              <a:rPr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Mục tiêu: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Xây dựng hệ thống web cho phép tìm kiếm, đặt bàn trực tuyến và quản lý quy trình phục vụ từ lúc đặt đến khi hoàn thành.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defRPr sz="2000"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defRPr sz="2000"/>
            </a:pPr>
            <a:r>
              <a:rPr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Lợi ích mang lại:</a:t>
            </a:r>
            <a:endParaRPr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>
              <a:defRPr sz="2000"/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Real-time: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Cập nhật trạng thái bàn theo thời gian thực.</a:t>
            </a:r>
            <a:endParaRPr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>
              <a:defRPr sz="2000"/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Tiện lợi: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Khách đặt bàn 3 bước, Nhà hàng quản lý tập trung.</a:t>
            </a:r>
            <a:endParaRPr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>
              <a:defRPr sz="2000"/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Chính xác: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Giảm thiểu sai sót do thao tác thủ công.</a:t>
            </a:r>
            <a:endParaRPr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object 3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5768340" y="1162685"/>
            <a:ext cx="6332220" cy="4387215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-45"/>
            <a:ext cx="10800000" cy="720000"/>
          </a:xfrm>
        </p:spPr>
        <p:txBody>
          <a:bodyPr/>
          <a:p>
            <a:r>
              <a:rPr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Bản thiết kế Kiến tr</a:t>
            </a:r>
            <a:r>
              <a:rPr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ú</a:t>
            </a:r>
            <a:r>
              <a:rPr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c: Ph</a:t>
            </a:r>
            <a:r>
              <a:rPr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â</a:t>
            </a:r>
            <a:r>
              <a:rPr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n r</a:t>
            </a:r>
            <a:r>
              <a:rPr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ã</a:t>
            </a:r>
            <a:r>
              <a:rPr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 Chức n</a:t>
            </a:r>
            <a:r>
              <a:rPr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ă</a:t>
            </a:r>
            <a:r>
              <a:rPr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ng Hệ thống (BFD)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101600" y="925195"/>
            <a:ext cx="5323840" cy="5767705"/>
          </a:xfrm>
        </p:spPr>
        <p:txBody>
          <a:bodyPr>
            <a:normAutofit fontScale="80000"/>
          </a:bodyPr>
          <a:p>
            <a:pPr marL="342900" indent="-342900" algn="just">
              <a:buAutoNum type="arabicPeriod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Tài khoản: Xử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ịnh danh, profile và ph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 quyền ng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ời d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ù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 (Customer, Partner, Admin).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AutoNum type="arabicPeriod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Nhà hàng: Cung cấp chức 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 kiếm cho kh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và 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thông tin, menu, khung giờ cho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ối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AutoNum type="arabicPeriod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ặt bàn: Xử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nghiệp vụ cốt lỗi từ tạo y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 cầu, kiểm tra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nh trạng,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ến xử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và theo d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õ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 lịch sử.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AutoNum type="arabicPeriod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Hệ thống Thông b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ảm bảo giao tiếp tự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ộng giữa hệ thống và ng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ời d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ù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 qua c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 sự kiện.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AutoNum type="arabicPeriod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Quản trị Hệ thống: Cung cấp công cụ cho Admin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ể duyệt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ối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c, nhà hàng và xem thống k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object 3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Chức năng Chính (Use Cases)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/>
          <p:nvPr>
            <p:ph sz="half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algn="just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Kh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hàng: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Đă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 k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,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 kiếm, Xem chi tiết,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ặt bàn, và 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lịch sử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ặt bàn.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ối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Đă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 k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ổi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c, 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hồ s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nhà hàng, 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thực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n, và 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ặt bàn (X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 nhận/Từ chối).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Admin: 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ối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 (Duyệt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đă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 k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), 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ng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ời d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ù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ng, và Cấu 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nh hệ thống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object 3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6613525" y="1301750"/>
            <a:ext cx="4440555" cy="48761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object 3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2973070" y="0"/>
            <a:ext cx="6245225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Triển khai Hệ thống: Kiến tr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ú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 Ứng dụng và Nền tảng Công nghệ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>
              <a:lnSpc>
                <a:spcPct val="100000"/>
              </a:lnSpc>
              <a:spcBef>
                <a:spcPts val="95"/>
              </a:spcBef>
              <a:tabLst>
                <a:tab pos="54546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Ngôn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ngữ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lập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trình: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Python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3.10+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70"/>
              </a:spcBef>
              <a:tabLst>
                <a:tab pos="54546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Framework</a:t>
            </a:r>
            <a:r>
              <a:rPr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Backend:</a:t>
            </a:r>
            <a:r>
              <a:rPr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Django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4.x,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Django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REST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Framework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95"/>
              </a:spcBef>
              <a:tabLst>
                <a:tab pos="54546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Hệ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quản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trị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cơ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sở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dữ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liệu: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  <a:sym typeface="+mn-ea"/>
              </a:rPr>
              <a:t>My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SQL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70"/>
              </a:spcBef>
              <a:tabLst>
                <a:tab pos="54546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Frontend:</a:t>
            </a:r>
            <a:r>
              <a:rPr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ReactJS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18.x,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TypeScript,</a:t>
            </a:r>
            <a:r>
              <a:rPr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HTML,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CSS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85"/>
              </a:spcBef>
              <a:tabLst>
                <a:tab pos="54546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Thư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viện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giao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tiếp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HTTP: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Axios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85"/>
              </a:spcBef>
              <a:tabLst>
                <a:tab pos="54546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Công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cụ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build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frontend: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Vite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85"/>
              </a:spcBef>
              <a:tabLst>
                <a:tab pos="54546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Công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cụ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phát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triển: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Visual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Studio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Code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endParaRPr lang="en-GB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71895" y="1301750"/>
            <a:ext cx="2278380" cy="128016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9018905" y="1828800"/>
            <a:ext cx="2183765" cy="151447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6"/>
          <a:stretch>
            <a:fillRect/>
          </a:stretch>
        </p:blipFill>
        <p:spPr>
          <a:xfrm>
            <a:off x="6109335" y="2933065"/>
            <a:ext cx="2820035" cy="138874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7"/>
          <a:stretch>
            <a:fillRect/>
          </a:stretch>
        </p:blipFill>
        <p:spPr>
          <a:xfrm>
            <a:off x="9100820" y="3707130"/>
            <a:ext cx="2179320" cy="134112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8"/>
          <a:stretch>
            <a:fillRect/>
          </a:stretch>
        </p:blipFill>
        <p:spPr>
          <a:xfrm>
            <a:off x="7207250" y="4478655"/>
            <a:ext cx="1722120" cy="16992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161880"/>
            <a:ext cx="10800000" cy="720000"/>
          </a:xfrm>
        </p:spPr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Giao diện: Dành cho Kh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hàng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object 3"/>
          <p:cNvPicPr>
            <a:picLocks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207510" y="1446530"/>
            <a:ext cx="7924800" cy="499491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242570" y="2554605"/>
            <a:ext cx="3755390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40000"/>
              </a:lnSpc>
            </a:pPr>
            <a:r>
              <a:rPr lang="en-US" altLang="en-GB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Trang chủ &amp; Chatbot Hỗ trợ</a:t>
            </a:r>
            <a:r>
              <a:rPr lang="en-US" altLang="en-GB" sz="17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GB" sz="1700" b="1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Giao diện t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m kiếm trực quan, t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ch hợp Chatbot thông minh (NLP) c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khả n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ng gợi 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nhà hàng bằng tiếng Việt tự nhi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n.</a:t>
            </a:r>
            <a:endParaRPr lang="en-US" altLang="en-GB" sz="17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161880"/>
            <a:ext cx="10800000" cy="720000"/>
          </a:xfrm>
        </p:spPr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Giao diện: Dành cho Kh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hàng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42570" y="2554605"/>
            <a:ext cx="3755390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40000"/>
              </a:lnSpc>
            </a:pPr>
            <a:r>
              <a:rPr lang="en-US" altLang="en-GB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Trang Quản l</a:t>
            </a:r>
            <a:r>
              <a:rPr lang="en-US" altLang="en-US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GB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GB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ặt bàn C</a:t>
            </a:r>
            <a:r>
              <a:rPr lang="en-US" altLang="en-US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á </a:t>
            </a:r>
            <a:r>
              <a:rPr lang="en-US" altLang="en-GB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nh</a:t>
            </a:r>
            <a:r>
              <a:rPr lang="en-US" altLang="en-US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â</a:t>
            </a:r>
            <a:r>
              <a:rPr lang="en-US" altLang="en-GB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endParaRPr lang="en-US" altLang="en-GB" sz="1700" b="1" kern="100" dirty="0">
              <a:solidFill>
                <a:srgbClr val="FF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40000"/>
              </a:lnSpc>
            </a:pP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Kh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ch hàng dễ dàng theo d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õ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i lịch sử và trạng th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i c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 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đơ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n 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ặt </a:t>
            </a:r>
            <a:endParaRPr lang="en-US" altLang="en-GB" sz="1700" kern="100" dirty="0"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(Chờ x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 nhận, 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Đã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hủy, 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Đã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x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 nhận).</a:t>
            </a:r>
            <a:endParaRPr lang="en-US" altLang="en-GB" sz="17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object 5"/>
          <p:cNvPicPr>
            <a:picLocks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615815" y="1550035"/>
            <a:ext cx="7456805" cy="36360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161880"/>
            <a:ext cx="10800000" cy="720000"/>
          </a:xfrm>
        </p:spPr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Giao diện: Dành cho Kh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hàng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42570" y="2554605"/>
            <a:ext cx="3755390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40000"/>
              </a:lnSpc>
            </a:pPr>
            <a:r>
              <a:rPr lang="en-US" altLang="en-GB" sz="1700" b="1" kern="100" dirty="0">
                <a:solidFill>
                  <a:srgbClr val="FF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Trang chủ &amp; Chatbot Hỗ trợ </a:t>
            </a:r>
            <a:endParaRPr lang="en-US" altLang="en-GB" sz="1700" b="1" kern="100" dirty="0">
              <a:solidFill>
                <a:srgbClr val="FF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Giao diện t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m kiếm trực quan, t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ch hợp Chatbot thông minh (NLP) c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khả n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ng gợi 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nhà hàng bằng tiếng Việt tự nhi</a:t>
            </a:r>
            <a:r>
              <a:rPr lang="en-US" altLang="en-US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 sz="17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n.</a:t>
            </a:r>
            <a:endParaRPr lang="en-US" altLang="en-GB" sz="17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object 3"/>
          <p:cNvPicPr>
            <a:picLocks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59275" y="1522095"/>
            <a:ext cx="7771765" cy="37750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5110" y="82550"/>
            <a:ext cx="11723370" cy="626745"/>
          </a:xfrm>
        </p:spPr>
        <p:txBody>
          <a:bodyPr>
            <a:norm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Giao diện: Bảng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iều khiển dành cho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ối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 Nhà hàng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45110" y="965200"/>
            <a:ext cx="5323840" cy="411303"/>
          </a:xfrm>
        </p:spPr>
        <p:txBody>
          <a:bodyPr>
            <a:normAutofit fontScale="90000" lnSpcReduction="10000"/>
          </a:bodyPr>
          <a:p>
            <a:r>
              <a:rPr lang="en-US" altLang="en-GB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Quản l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Nhà hàng &amp; Thông b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 Real-time</a:t>
            </a:r>
            <a:endParaRPr lang="en-US" altLang="en-GB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object 2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687570" y="1790700"/>
            <a:ext cx="7435215" cy="358521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0" y="2288540"/>
            <a:ext cx="4520565" cy="3001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40000"/>
              </a:lnSpc>
            </a:pP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Giao diện Dark Mode chuy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 nghiệp. </a:t>
            </a:r>
            <a:b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Hệ thống thông b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o cập nhật theo thời gian thực mỗi khi c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đơ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 mới hoặc cập nhật từ Admin.</a:t>
            </a:r>
            <a:endParaRPr lang="en-US" altLang="en-GB" sz="24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1435715" cy="864235"/>
          </a:xfrm>
        </p:spPr>
        <p:txBody>
          <a:bodyPr>
            <a:normAutofit fontScale="90000"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Giao diện &amp; Trải nghiệm: Bảng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iều khiển dành cho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ối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 Nhà hàng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2"/>
            </p:custDataLst>
          </p:nvPr>
        </p:nvSpPr>
        <p:spPr>
          <a:xfrm>
            <a:off x="77470" y="1331595"/>
            <a:ext cx="5323840" cy="411303"/>
          </a:xfrm>
        </p:spPr>
        <p:txBody>
          <a:bodyPr>
            <a:normAutofit lnSpcReduction="20000"/>
          </a:bodyPr>
          <a:p>
            <a:r>
              <a:rPr lang="en-US" altLang="en-GB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Quản l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GB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Danh s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en-GB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 Booking</a:t>
            </a:r>
            <a:endParaRPr lang="en-US" altLang="en-GB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" name="object 5"/>
          <p:cNvPicPr>
            <a:picLocks noChangeAspect="1"/>
          </p:cNvPicPr>
          <p:nvPr>
            <p:ph sz="quarter" idx="4"/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5191125" y="1907540"/>
            <a:ext cx="6872605" cy="331343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96215" y="2537460"/>
            <a:ext cx="5205095" cy="3653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Chức n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ng trọng t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m cho ph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p xem và xử l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đơ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 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ặt bàn. </a:t>
            </a:r>
            <a:endParaRPr lang="en-US" altLang="en-GB" sz="24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 bộ lọc trạng th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i và n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ú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t hành 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ộng (X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 nhận, Từ chối, Hoàn thành, No-show) 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ợc bố tr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trực quan, gi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ú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p xử l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nhanh ch</a:t>
            </a:r>
            <a:r>
              <a:rPr lang="en-US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GB" sz="24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ng.</a:t>
            </a:r>
            <a:endParaRPr lang="en-US" altLang="en-GB" sz="24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7840" y="102190"/>
            <a:ext cx="10800000" cy="720000"/>
          </a:xfrm>
        </p:spPr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Giao diện: Cổng Quản trị Hệ thống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object 3"/>
          <p:cNvPicPr>
            <a:picLocks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598160" y="1435735"/>
            <a:ext cx="6593840" cy="3985895"/>
          </a:xfrm>
          <a:prstGeom prst="rect">
            <a:avLst/>
          </a:prstGeom>
        </p:spPr>
      </p:pic>
      <p:sp>
        <p:nvSpPr>
          <p:cNvPr id="10" name="Content Placeholder 9"/>
          <p:cNvSpPr/>
          <p:nvPr>
            <p:ph sz="half" idx="1"/>
            <p:custDataLst>
              <p:tags r:id="rId4"/>
            </p:custDataLst>
          </p:nvPr>
        </p:nvSpPr>
        <p:spPr>
          <a:xfrm>
            <a:off x="99060" y="1301750"/>
            <a:ext cx="5323840" cy="4876165"/>
          </a:xfrm>
        </p:spPr>
        <p:txBody>
          <a:bodyPr>
            <a:normAutofit lnSpcReduction="10000"/>
          </a:bodyPr>
          <a:p>
            <a:pPr algn="just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Sử dụng giao diện quản trị mạnh mẽ và sẵn c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của Django.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Toàn quyền kiểm so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 dữ liệu: 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ng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ời d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ù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ng, ph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duyệt nhà hàng (chuyển trạng th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 từ Pending sang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Approved), quản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danh mục, và cấu 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nh hệ thống.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Giao diện dạng bảng gi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ú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 dễ dàng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 kiếm, lọc và thực hiện c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 thao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 hàng loạt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74040" y="82505"/>
            <a:ext cx="10800000" cy="720000"/>
          </a:xfrm>
        </p:spPr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Tổng kết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09880" y="999490"/>
            <a:ext cx="7929880" cy="125222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just">
              <a:lnSpc>
                <a:spcPct val="140000"/>
              </a:lnSpc>
            </a:pP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Hệ thống Quản l</a:t>
            </a:r>
            <a:r>
              <a:rPr lang="en-US" altLang="en-US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Nhà hàng Toàn diện</a:t>
            </a:r>
            <a:endParaRPr lang="en-US" altLang="en-GB" sz="2000" b="1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40000"/>
              </a:lnSpc>
            </a:pP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Hoàn thiện quản l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menu, h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nh ảnh, khung giờ và quy tr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nh ph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duyệt.</a:t>
            </a:r>
            <a:endParaRPr lang="en-US" altLang="en-GB" sz="20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10515" y="3376295"/>
            <a:ext cx="9357995" cy="108331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just">
              <a:lnSpc>
                <a:spcPct val="140000"/>
              </a:lnSpc>
            </a:pP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Hệ thống </a:t>
            </a:r>
            <a:r>
              <a:rPr lang="en-US" altLang="en-US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ặt bàn Thông minh</a:t>
            </a:r>
            <a:endParaRPr lang="en-US" altLang="en-GB" sz="2000" b="1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40000"/>
              </a:lnSpc>
            </a:pP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Xử l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validation, theo d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õ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i trạng th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i real-time, và t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nh to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 tỷ lệ "no-show".</a:t>
            </a:r>
            <a:endParaRPr lang="en-US" altLang="en-GB" sz="20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10515" y="5633720"/>
            <a:ext cx="11131550" cy="209423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just">
              <a:lnSpc>
                <a:spcPct val="140000"/>
              </a:lnSpc>
            </a:pP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Dashboard Quản l</a:t>
            </a:r>
            <a:r>
              <a:rPr lang="en-US" altLang="en-US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thời gian thực</a:t>
            </a:r>
            <a:endParaRPr lang="en-US" altLang="en-GB" sz="2000" b="1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40000"/>
              </a:lnSpc>
            </a:pP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Cung cấp thống k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tổng quan về số nhà hàng, l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ợng đặt bàn, gi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ú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p nắm bắt t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nh h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nh kinh doanh</a:t>
            </a:r>
            <a:endParaRPr lang="en-US" altLang="en-GB" sz="20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10515" y="2213610"/>
            <a:ext cx="8644255" cy="1054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40000"/>
              </a:lnSpc>
            </a:pP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Hệ thống Thông b</a:t>
            </a:r>
            <a:r>
              <a:rPr lang="en-US" altLang="en-US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o </a:t>
            </a:r>
            <a:r>
              <a:rPr lang="en-US" altLang="en-US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a k</a:t>
            </a:r>
            <a:r>
              <a:rPr lang="en-US" altLang="en-US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nh</a:t>
            </a:r>
            <a:endParaRPr lang="en-US" altLang="en-GB" sz="2000" b="1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40000"/>
              </a:lnSpc>
            </a:pP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ch hợp email, thông báo web, và đầy thông báo tự 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ộng qua Django Signals.</a:t>
            </a:r>
            <a:endParaRPr lang="en-US" altLang="en-GB" sz="20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09880" y="4459605"/>
            <a:ext cx="11329035" cy="117411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just">
              <a:lnSpc>
                <a:spcPct val="140000"/>
              </a:lnSpc>
            </a:pPr>
            <a:r>
              <a:rPr lang="en-US" altLang="en-GB" sz="2000" b="1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Chatbot Al Hỗ trợ Tiếng Việt</a:t>
            </a:r>
            <a:endParaRPr lang="en-US" altLang="en-GB" sz="2000" b="1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40000"/>
              </a:lnSpc>
            </a:pP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Nhận diện intent, tr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ch xuất thông tin, và sinh c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u trả lời tự nhi</a:t>
            </a:r>
            <a:r>
              <a:rPr lang="en-US" altLang="en-US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en-GB" sz="20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n (sử dụng Vietnamese SBERT &amp; VIT5).</a:t>
            </a:r>
            <a:endParaRPr lang="en-US" altLang="en-GB" sz="20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GB"/>
              <a:t>Hạn chế và H</a:t>
            </a:r>
            <a:r>
              <a:rPr lang="en-US" altLang="en-US"/>
              <a:t>ư</a:t>
            </a:r>
            <a:r>
              <a:rPr lang="en-US" altLang="en-GB"/>
              <a:t>ớng ph</a:t>
            </a:r>
            <a:r>
              <a:rPr lang="en-US" altLang="en-US"/>
              <a:t>á</a:t>
            </a:r>
            <a:r>
              <a:rPr lang="en-US" altLang="en-GB"/>
              <a:t>t triển</a:t>
            </a:r>
            <a:endParaRPr lang="en-US" alt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Hạn chế Hiện tại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Performance: Ch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 c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caching cho c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 truy vấn phổ biến, xử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nh ảnh ch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 tối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UI/UX: Dashboard thiếu biểu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ồ chi tiết, giao diện mobile responsive ch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 hoàn thiện.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Infrastructure: Quy tr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nh deployment thủ công, ch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 c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load balancing và backup tự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ộng.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H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ớng ph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 triển T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ơ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ng lai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 cấp Hiệu 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ng: Chuyển chatbot sang xử 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bất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ồng bộ (Celery),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hợp Redis caching, sử dụng CDN.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Mở rộng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nh 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ng: Hỗ trợ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 ngôn ngữ,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hợp cổng thanh to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 (VNPay), ch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ng tr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nh kh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hàng th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 thiết.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Cải tiến Al: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hợp sentiment analysis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ể ph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 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nh gi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của kh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 hàng.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Hiện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ại 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 Hạ tầng: Container 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 với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Docker/Kubernetes, x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y dựng Cl/CD pipeline tự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ộng.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NUMDGMTITLE" val="0"/>
  <p:tag name="KSO_WM_UNIT_PRESET_TEXT" val="节编号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40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51"/>
</p:tagLst>
</file>

<file path=ppt/tags/tag10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51"/>
</p:tagLst>
</file>

<file path=ppt/tags/tag10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51"/>
</p:tagLst>
</file>

<file path=ppt/tags/tag105.xml><?xml version="1.0" encoding="utf-8"?>
<p:tagLst xmlns:p="http://schemas.openxmlformats.org/presentationml/2006/main">
  <p:tag name="KSO_WM_UNIT_INDEX" val="4"/>
  <p:tag name="KSO_WM_UNIT_TEXT_SUBTYPE" val="a"/>
  <p:tag name="KSO_WM_UNIT_SUBTYPE" val="a"/>
  <p:tag name="KSO_WM_UNIT_TYPE" val="f"/>
  <p:tag name="KSO_WM_BEAUTIFY_FLAG" val="#wm#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51_1*a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The title goes here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151_1*b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Add description"/>
</p:tagLst>
</file>

<file path=ppt/tags/tag108.xml><?xml version="1.0" encoding="utf-8"?>
<p:tagLst xmlns:p="http://schemas.openxmlformats.org/presentationml/2006/main">
  <p:tag name="KSO_WM_UNIT_ISNUMDGMTITLE" val="0"/>
  <p:tag name="KSO_WM_UNIT_SUBTYPE" val="b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TEMPLATE_CATEGORY" val="custom"/>
  <p:tag name="KSO_WM_TEMPLATE_INDEX" val="20238151"/>
  <p:tag name="KSO_WM_UNIT_LAYERLEVEL" val="1"/>
  <p:tag name="KSO_WM_TAG_VERSION" val="3.0"/>
  <p:tag name="KSO_WM_BEAUTIFY_FLAG" val="#wm#"/>
  <p:tag name="KSO_WM_UNIT_PRESET_TEXT" val="署名"/>
</p:tagLst>
</file>

<file path=ppt/tags/tag109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15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51"/>
  <p:tag name="KSO_WM_SLIDE_LAYOUT" val="a_b_f"/>
  <p:tag name="KSO_WM_SLIDE_LAYOUT_CNT" val="1_1_2"/>
  <p:tag name="KSO_WM_SLIDE_THEME_ID" val="3323516"/>
  <p:tag name="KSO_WM_SLIDE_THEME_NAME" val="Z_20238151_Yellow Cartoon Business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  <p:tag name="KSO_WM_SLIDE_TYPE" val="text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19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2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29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ISCONTENTSTITLE" val="0"/>
</p:tagLst>
</file>

<file path=ppt/tags/tag146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0325-4">
      <a:dk1>
        <a:srgbClr val="333333"/>
      </a:dk1>
      <a:lt1>
        <a:sysClr val="window" lastClr="FFFFFF"/>
      </a:lt1>
      <a:dk2>
        <a:srgbClr val="000000"/>
      </a:dk2>
      <a:lt2>
        <a:srgbClr val="FFF6E5"/>
      </a:lt2>
      <a:accent1>
        <a:srgbClr val="F7C869"/>
      </a:accent1>
      <a:accent2>
        <a:srgbClr val="F69D4C"/>
      </a:accent2>
      <a:accent3>
        <a:srgbClr val="7DBDFB"/>
      </a:accent3>
      <a:accent4>
        <a:srgbClr val="3E66D6"/>
      </a:accent4>
      <a:accent5>
        <a:srgbClr val="EBAC94"/>
      </a:accent5>
      <a:accent6>
        <a:srgbClr val="DD8B70"/>
      </a:accent6>
      <a:hlink>
        <a:srgbClr val="0026E5"/>
      </a:hlink>
      <a:folHlink>
        <a:srgbClr val="7E1FAD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4873</Words>
  <Application>WPS Presentation</Application>
  <PresentationFormat>Widescreen</PresentationFormat>
  <Paragraphs>134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江城圆体 400W</vt:lpstr>
      <vt:lpstr>Times New Roman</vt:lpstr>
      <vt:lpstr>Times New Roman</vt:lpstr>
      <vt:lpstr>Inter</vt:lpstr>
      <vt:lpstr>Segoe Print</vt:lpstr>
      <vt:lpstr>Microsoft YaHei</vt:lpstr>
      <vt:lpstr>Arial Unicode MS</vt:lpstr>
      <vt:lpstr>Calibri Light</vt:lpstr>
      <vt:lpstr>Calibri</vt:lpstr>
      <vt:lpstr>Inter Bold</vt:lpstr>
      <vt:lpstr>Office Theme</vt:lpstr>
      <vt:lpstr>2_Office Theme</vt:lpstr>
      <vt:lpstr>XÂY DỰNG HTTT TRÊN CÁC FRAMEWORK</vt:lpstr>
      <vt:lpstr>HIỆN TRẠNG VÀ CƠ HỘI</vt:lpstr>
      <vt:lpstr>Mục tiêu đề tài</vt:lpstr>
      <vt:lpstr>Bản thiết kế Kiến trúc: Phân rã Chức năng Hệ thống (BFD)</vt:lpstr>
      <vt:lpstr>PowerPoint 演示文稿</vt:lpstr>
      <vt:lpstr>Chức năng Chính (Use Cases)</vt:lpstr>
      <vt:lpstr>PowerPoint 演示文稿</vt:lpstr>
      <vt:lpstr>Triển khai Hệ thống: Kiến trúc Ứng dụng và Nền tảng Công nghệ</vt:lpstr>
      <vt:lpstr>Giao diện &amp; Trải nghiệm: Dành cho Khách hàng</vt:lpstr>
      <vt:lpstr>Giao diện &amp; Trải nghiệm: Dành cho Khách hàng</vt:lpstr>
      <vt:lpstr>Giao diện &amp; Trải nghiệm: Dành cho Khách hàng</vt:lpstr>
      <vt:lpstr>Giao diện &amp; Trải nghiệm: Bảng điều khiển dành cho Đối tác Nhà hàng</vt:lpstr>
      <vt:lpstr>Giao diện &amp; Trải nghiệm: Bảng điều khiển dành cho Đối tác Nhà hàng</vt:lpstr>
      <vt:lpstr>Giao diện &amp; Trải nghiệm: Cổng Quản trị Hệ thống</vt:lpstr>
      <vt:lpstr>Tổng kết</vt:lpstr>
      <vt:lpstr>Hạn chế và Hướng phát triển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KHÁNH NGUYỄN VĂN</cp:lastModifiedBy>
  <cp:revision>8</cp:revision>
  <dcterms:created xsi:type="dcterms:W3CDTF">2025-07-23T00:59:00Z</dcterms:created>
  <dcterms:modified xsi:type="dcterms:W3CDTF">2025-12-19T17:18:36Z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36468CF22E414E4F8F7DE63B41ED5731_12</vt:lpwstr>
  </property>
  <property fmtid="{D5CDD505-2E9C-101B-9397-08002B2CF9AE}" pid="3" name="KSOProductBuildVer">
    <vt:lpwstr>1033-12.2.0.22530</vt:lpwstr>
  </property>
</Properties>
</file>